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0"/>
  </p:notesMasterIdLst>
  <p:sldIdLst>
    <p:sldId id="256" r:id="rId5"/>
    <p:sldId id="377" r:id="rId6"/>
    <p:sldId id="378" r:id="rId7"/>
    <p:sldId id="379" r:id="rId8"/>
    <p:sldId id="380" r:id="rId9"/>
    <p:sldId id="381" r:id="rId10"/>
    <p:sldId id="356" r:id="rId11"/>
    <p:sldId id="357" r:id="rId12"/>
    <p:sldId id="359" r:id="rId13"/>
    <p:sldId id="371" r:id="rId14"/>
    <p:sldId id="375" r:id="rId15"/>
    <p:sldId id="347" r:id="rId16"/>
    <p:sldId id="372" r:id="rId17"/>
    <p:sldId id="382" r:id="rId18"/>
    <p:sldId id="343" r:id="rId19"/>
    <p:sldId id="383" r:id="rId20"/>
    <p:sldId id="373" r:id="rId21"/>
    <p:sldId id="342" r:id="rId22"/>
    <p:sldId id="360" r:id="rId23"/>
    <p:sldId id="361" r:id="rId24"/>
    <p:sldId id="350" r:id="rId25"/>
    <p:sldId id="348" r:id="rId26"/>
    <p:sldId id="363" r:id="rId27"/>
    <p:sldId id="368" r:id="rId28"/>
    <p:sldId id="280" r:id="rId29"/>
  </p:sldIdLst>
  <p:sldSz cx="12192000" cy="6858000"/>
  <p:notesSz cx="7315200" cy="9601200"/>
  <p:custDataLst>
    <p:tags r:id="rId31"/>
  </p:custData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560">
          <p15:clr>
            <a:srgbClr val="A4A3A4"/>
          </p15:clr>
        </p15:guide>
        <p15:guide id="4" orient="horz" pos="203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th Berríos Meza" initials="RBM" lastIdx="3" clrIdx="0"/>
  <p:cmAuthor id="2" name="Paula Cruzat Castillo" initials="PCC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26B19-573C-4511-8FC6-DCB7FE67574C}" v="66" dt="2026-06-02T03:01:13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23" autoAdjust="0"/>
    <p:restoredTop sz="93066" autoAdjust="0"/>
  </p:normalViewPr>
  <p:slideViewPr>
    <p:cSldViewPr snapToGrid="0">
      <p:cViewPr varScale="1">
        <p:scale>
          <a:sx n="79" d="100"/>
          <a:sy n="79" d="100"/>
        </p:scale>
        <p:origin x="819" y="48"/>
      </p:cViewPr>
      <p:guideLst>
        <p:guide orient="horz" pos="2160"/>
        <p:guide pos="3840"/>
        <p:guide orient="horz" pos="1560"/>
        <p:guide orient="horz" pos="203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na Caro" userId="5123895cd4673f78" providerId="LiveId" clId="{C4BBD172-D086-48E3-8803-4F71A45A4004}"/>
    <pc:docChg chg="undo custSel addSld delSld modSld sldOrd">
      <pc:chgData name="Cristina Caro" userId="5123895cd4673f78" providerId="LiveId" clId="{C4BBD172-D086-48E3-8803-4F71A45A4004}" dt="2026-06-05T18:47:22.706" v="1209" actId="20577"/>
      <pc:docMkLst>
        <pc:docMk/>
      </pc:docMkLst>
      <pc:sldChg chg="modSp mod">
        <pc:chgData name="Cristina Caro" userId="5123895cd4673f78" providerId="LiveId" clId="{C4BBD172-D086-48E3-8803-4F71A45A4004}" dt="2026-06-02T00:50:25.014" v="18" actId="20577"/>
        <pc:sldMkLst>
          <pc:docMk/>
          <pc:sldMk cId="2596035898" sldId="256"/>
        </pc:sldMkLst>
        <pc:spChg chg="mod">
          <ac:chgData name="Cristina Caro" userId="5123895cd4673f78" providerId="LiveId" clId="{C4BBD172-D086-48E3-8803-4F71A45A4004}" dt="2026-06-02T00:50:25.014" v="18" actId="20577"/>
          <ac:spMkLst>
            <pc:docMk/>
            <pc:sldMk cId="2596035898" sldId="256"/>
            <ac:spMk id="6" creationId="{00000000-0000-0000-0000-000000000000}"/>
          </ac:spMkLst>
        </pc:spChg>
      </pc:sldChg>
      <pc:sldChg chg="modSp mod">
        <pc:chgData name="Cristina Caro" userId="5123895cd4673f78" providerId="LiveId" clId="{C4BBD172-D086-48E3-8803-4F71A45A4004}" dt="2026-06-02T00:51:51.606" v="24" actId="20577"/>
        <pc:sldMkLst>
          <pc:docMk/>
          <pc:sldMk cId="3506527960" sldId="280"/>
        </pc:sldMkLst>
        <pc:spChg chg="mod">
          <ac:chgData name="Cristina Caro" userId="5123895cd4673f78" providerId="LiveId" clId="{C4BBD172-D086-48E3-8803-4F71A45A4004}" dt="2026-06-02T00:51:51.606" v="24" actId="20577"/>
          <ac:spMkLst>
            <pc:docMk/>
            <pc:sldMk cId="3506527960" sldId="280"/>
            <ac:spMk id="2" creationId="{D04C23A2-AC14-F654-8D27-ECBB5A516099}"/>
          </ac:spMkLst>
        </pc:spChg>
      </pc:sldChg>
      <pc:sldChg chg="addSp delSp modSp mod">
        <pc:chgData name="Cristina Caro" userId="5123895cd4673f78" providerId="LiveId" clId="{C4BBD172-D086-48E3-8803-4F71A45A4004}" dt="2026-06-02T02:53:43.539" v="1018" actId="14734"/>
        <pc:sldMkLst>
          <pc:docMk/>
          <pc:sldMk cId="1913403874" sldId="342"/>
        </pc:sldMkLst>
        <pc:graphicFrameChg chg="modGraphic">
          <ac:chgData name="Cristina Caro" userId="5123895cd4673f78" providerId="LiveId" clId="{C4BBD172-D086-48E3-8803-4F71A45A4004}" dt="2026-06-02T02:53:43.539" v="1018" actId="14734"/>
          <ac:graphicFrameMkLst>
            <pc:docMk/>
            <pc:sldMk cId="1913403874" sldId="342"/>
            <ac:graphicFrameMk id="4" creationId="{A749C137-8540-F770-99EC-27238DD22530}"/>
          </ac:graphicFrameMkLst>
        </pc:graphicFrameChg>
      </pc:sldChg>
      <pc:sldChg chg="addSp delSp modSp mod ord">
        <pc:chgData name="Cristina Caro" userId="5123895cd4673f78" providerId="LiveId" clId="{C4BBD172-D086-48E3-8803-4F71A45A4004}" dt="2026-06-02T02:39:43.191" v="838" actId="1076"/>
        <pc:sldMkLst>
          <pc:docMk/>
          <pc:sldMk cId="642095039" sldId="343"/>
        </pc:sldMkLst>
        <pc:spChg chg="add mod">
          <ac:chgData name="Cristina Caro" userId="5123895cd4673f78" providerId="LiveId" clId="{C4BBD172-D086-48E3-8803-4F71A45A4004}" dt="2026-06-02T02:37:56.292" v="824" actId="1076"/>
          <ac:spMkLst>
            <pc:docMk/>
            <pc:sldMk cId="642095039" sldId="343"/>
            <ac:spMk id="6" creationId="{55A9F1C0-DEC4-932E-16E2-EEB5C17B5840}"/>
          </ac:spMkLst>
        </pc:spChg>
        <pc:spChg chg="mod">
          <ac:chgData name="Cristina Caro" userId="5123895cd4673f78" providerId="LiveId" clId="{C4BBD172-D086-48E3-8803-4F71A45A4004}" dt="2026-06-02T02:39:43.191" v="838" actId="1076"/>
          <ac:spMkLst>
            <pc:docMk/>
            <pc:sldMk cId="642095039" sldId="343"/>
            <ac:spMk id="7" creationId="{7E6387F5-0DDB-D00B-DAC5-4F7F2E30D6DE}"/>
          </ac:spMkLst>
        </pc:spChg>
        <pc:picChg chg="add mod">
          <ac:chgData name="Cristina Caro" userId="5123895cd4673f78" providerId="LiveId" clId="{C4BBD172-D086-48E3-8803-4F71A45A4004}" dt="2026-06-02T02:37:59.038" v="825" actId="1076"/>
          <ac:picMkLst>
            <pc:docMk/>
            <pc:sldMk cId="642095039" sldId="343"/>
            <ac:picMk id="4" creationId="{8E35BC4E-7B8E-3B8E-DBAC-D3E065A14DDA}"/>
          </ac:picMkLst>
        </pc:picChg>
      </pc:sldChg>
      <pc:sldChg chg="addSp delSp modSp mod">
        <pc:chgData name="Cristina Caro" userId="5123895cd4673f78" providerId="LiveId" clId="{C4BBD172-D086-48E3-8803-4F71A45A4004}" dt="2026-06-02T02:19:16.564" v="589" actId="20577"/>
        <pc:sldMkLst>
          <pc:docMk/>
          <pc:sldMk cId="3725610641" sldId="347"/>
        </pc:sldMkLst>
        <pc:spChg chg="mod">
          <ac:chgData name="Cristina Caro" userId="5123895cd4673f78" providerId="LiveId" clId="{C4BBD172-D086-48E3-8803-4F71A45A4004}" dt="2026-06-02T02:19:16.564" v="589" actId="20577"/>
          <ac:spMkLst>
            <pc:docMk/>
            <pc:sldMk cId="3725610641" sldId="347"/>
            <ac:spMk id="4" creationId="{D831A90D-1662-345F-7391-10F8C9D0BA4D}"/>
          </ac:spMkLst>
        </pc:spChg>
        <pc:picChg chg="add mod">
          <ac:chgData name="Cristina Caro" userId="5123895cd4673f78" providerId="LiveId" clId="{C4BBD172-D086-48E3-8803-4F71A45A4004}" dt="2026-06-02T02:17:21.375" v="446" actId="1076"/>
          <ac:picMkLst>
            <pc:docMk/>
            <pc:sldMk cId="3725610641" sldId="347"/>
            <ac:picMk id="10" creationId="{C16A657A-B185-CEE4-8D81-34D40AF11E48}"/>
          </ac:picMkLst>
        </pc:picChg>
      </pc:sldChg>
      <pc:sldChg chg="modSp mod">
        <pc:chgData name="Cristina Caro" userId="5123895cd4673f78" providerId="LiveId" clId="{C4BBD172-D086-48E3-8803-4F71A45A4004}" dt="2026-06-02T02:01:01.283" v="408" actId="1076"/>
        <pc:sldMkLst>
          <pc:docMk/>
          <pc:sldMk cId="1664905098" sldId="356"/>
        </pc:sldMkLst>
        <pc:picChg chg="mod">
          <ac:chgData name="Cristina Caro" userId="5123895cd4673f78" providerId="LiveId" clId="{C4BBD172-D086-48E3-8803-4F71A45A4004}" dt="2026-06-02T02:01:01.283" v="408" actId="1076"/>
          <ac:picMkLst>
            <pc:docMk/>
            <pc:sldMk cId="1664905098" sldId="356"/>
            <ac:picMk id="5" creationId="{74479B45-EB3A-F59E-3380-582D10228EC5}"/>
          </ac:picMkLst>
        </pc:picChg>
      </pc:sldChg>
      <pc:sldChg chg="addSp delSp modSp mod">
        <pc:chgData name="Cristina Caro" userId="5123895cd4673f78" providerId="LiveId" clId="{C4BBD172-D086-48E3-8803-4F71A45A4004}" dt="2026-06-02T01:56:48.931" v="399" actId="1076"/>
        <pc:sldMkLst>
          <pc:docMk/>
          <pc:sldMk cId="630200550" sldId="357"/>
        </pc:sldMkLst>
        <pc:spChg chg="mod">
          <ac:chgData name="Cristina Caro" userId="5123895cd4673f78" providerId="LiveId" clId="{C4BBD172-D086-48E3-8803-4F71A45A4004}" dt="2026-06-02T01:51:47.985" v="376" actId="20577"/>
          <ac:spMkLst>
            <pc:docMk/>
            <pc:sldMk cId="630200550" sldId="357"/>
            <ac:spMk id="4" creationId="{8E565183-94BB-5DF3-1F61-1553119D5A88}"/>
          </ac:spMkLst>
        </pc:spChg>
        <pc:spChg chg="mod">
          <ac:chgData name="Cristina Caro" userId="5123895cd4673f78" providerId="LiveId" clId="{C4BBD172-D086-48E3-8803-4F71A45A4004}" dt="2026-06-02T01:56:48.931" v="399" actId="1076"/>
          <ac:spMkLst>
            <pc:docMk/>
            <pc:sldMk cId="630200550" sldId="357"/>
            <ac:spMk id="7" creationId="{FCF179A6-EEB7-1314-8769-C66EFC7988DE}"/>
          </ac:spMkLst>
        </pc:spChg>
        <pc:picChg chg="add mod">
          <ac:chgData name="Cristina Caro" userId="5123895cd4673f78" providerId="LiveId" clId="{C4BBD172-D086-48E3-8803-4F71A45A4004}" dt="2026-06-02T01:51:54.384" v="378" actId="14100"/>
          <ac:picMkLst>
            <pc:docMk/>
            <pc:sldMk cId="630200550" sldId="357"/>
            <ac:picMk id="6" creationId="{DE266F12-352D-0632-03CA-7032B8470F44}"/>
          </ac:picMkLst>
        </pc:picChg>
      </pc:sldChg>
      <pc:sldChg chg="modSp mod">
        <pc:chgData name="Cristina Caro" userId="5123895cd4673f78" providerId="LiveId" clId="{C4BBD172-D086-48E3-8803-4F71A45A4004}" dt="2026-06-02T01:56:55.809" v="400" actId="108"/>
        <pc:sldMkLst>
          <pc:docMk/>
          <pc:sldMk cId="3841518762" sldId="359"/>
        </pc:sldMkLst>
        <pc:spChg chg="mod">
          <ac:chgData name="Cristina Caro" userId="5123895cd4673f78" providerId="LiveId" clId="{C4BBD172-D086-48E3-8803-4F71A45A4004}" dt="2026-06-02T01:56:55.809" v="400" actId="108"/>
          <ac:spMkLst>
            <pc:docMk/>
            <pc:sldMk cId="3841518762" sldId="359"/>
            <ac:spMk id="3" creationId="{6DA2DADF-7B31-513A-ED11-78123C65F317}"/>
          </ac:spMkLst>
        </pc:spChg>
        <pc:graphicFrameChg chg="mod modGraphic">
          <ac:chgData name="Cristina Caro" userId="5123895cd4673f78" providerId="LiveId" clId="{C4BBD172-D086-48E3-8803-4F71A45A4004}" dt="2026-06-02T01:56:23.468" v="396" actId="13782"/>
          <ac:graphicFrameMkLst>
            <pc:docMk/>
            <pc:sldMk cId="3841518762" sldId="359"/>
            <ac:graphicFrameMk id="6" creationId="{4CF6BFBC-F34C-2FB5-921B-42A8F2E9C28C}"/>
          </ac:graphicFrameMkLst>
        </pc:graphicFrameChg>
      </pc:sldChg>
      <pc:sldChg chg="modSp mod">
        <pc:chgData name="Cristina Caro" userId="5123895cd4673f78" providerId="LiveId" clId="{C4BBD172-D086-48E3-8803-4F71A45A4004}" dt="2026-06-02T02:55:40.288" v="1020" actId="1076"/>
        <pc:sldMkLst>
          <pc:docMk/>
          <pc:sldMk cId="2179070973" sldId="360"/>
        </pc:sldMkLst>
        <pc:graphicFrameChg chg="mod">
          <ac:chgData name="Cristina Caro" userId="5123895cd4673f78" providerId="LiveId" clId="{C4BBD172-D086-48E3-8803-4F71A45A4004}" dt="2026-06-02T02:55:40.288" v="1020" actId="1076"/>
          <ac:graphicFrameMkLst>
            <pc:docMk/>
            <pc:sldMk cId="2179070973" sldId="360"/>
            <ac:graphicFrameMk id="5" creationId="{9356913E-44D4-EFFF-EFF3-3B19BF59B7C8}"/>
          </ac:graphicFrameMkLst>
        </pc:graphicFrameChg>
        <pc:graphicFrameChg chg="mod">
          <ac:chgData name="Cristina Caro" userId="5123895cd4673f78" providerId="LiveId" clId="{C4BBD172-D086-48E3-8803-4F71A45A4004}" dt="2026-06-02T02:34:00.317" v="769" actId="1076"/>
          <ac:graphicFrameMkLst>
            <pc:docMk/>
            <pc:sldMk cId="2179070973" sldId="360"/>
            <ac:graphicFrameMk id="6" creationId="{BC96069C-8376-6868-3FCD-51AD520F4225}"/>
          </ac:graphicFrameMkLst>
        </pc:graphicFrameChg>
      </pc:sldChg>
      <pc:sldChg chg="modSp mod">
        <pc:chgData name="Cristina Caro" userId="5123895cd4673f78" providerId="LiveId" clId="{C4BBD172-D086-48E3-8803-4F71A45A4004}" dt="2026-06-02T02:58:24.762" v="1122" actId="20577"/>
        <pc:sldMkLst>
          <pc:docMk/>
          <pc:sldMk cId="3726251182" sldId="361"/>
        </pc:sldMkLst>
        <pc:spChg chg="mod">
          <ac:chgData name="Cristina Caro" userId="5123895cd4673f78" providerId="LiveId" clId="{C4BBD172-D086-48E3-8803-4F71A45A4004}" dt="2026-06-02T02:58:24.762" v="1122" actId="20577"/>
          <ac:spMkLst>
            <pc:docMk/>
            <pc:sldMk cId="3726251182" sldId="361"/>
            <ac:spMk id="3" creationId="{774B3B0D-295A-A8EE-E5EC-F67AC6BE4C14}"/>
          </ac:spMkLst>
        </pc:spChg>
        <pc:spChg chg="mod">
          <ac:chgData name="Cristina Caro" userId="5123895cd4673f78" providerId="LiveId" clId="{C4BBD172-D086-48E3-8803-4F71A45A4004}" dt="2026-06-02T02:57:24.428" v="1027" actId="20577"/>
          <ac:spMkLst>
            <pc:docMk/>
            <pc:sldMk cId="3726251182" sldId="361"/>
            <ac:spMk id="5" creationId="{ACF51775-3D85-875E-FED7-AAD5B01F589D}"/>
          </ac:spMkLst>
        </pc:spChg>
      </pc:sldChg>
      <pc:sldChg chg="modSp mod">
        <pc:chgData name="Cristina Caro" userId="5123895cd4673f78" providerId="LiveId" clId="{C4BBD172-D086-48E3-8803-4F71A45A4004}" dt="2026-06-02T03:02:15.830" v="1200" actId="1076"/>
        <pc:sldMkLst>
          <pc:docMk/>
          <pc:sldMk cId="2962056412" sldId="363"/>
        </pc:sldMkLst>
        <pc:spChg chg="mod">
          <ac:chgData name="Cristina Caro" userId="5123895cd4673f78" providerId="LiveId" clId="{C4BBD172-D086-48E3-8803-4F71A45A4004}" dt="2026-06-02T03:02:09.081" v="1198" actId="20577"/>
          <ac:spMkLst>
            <pc:docMk/>
            <pc:sldMk cId="2962056412" sldId="363"/>
            <ac:spMk id="5" creationId="{5BA4A424-8556-3F6F-0FF9-43AC832A76AE}"/>
          </ac:spMkLst>
        </pc:spChg>
        <pc:picChg chg="mod">
          <ac:chgData name="Cristina Caro" userId="5123895cd4673f78" providerId="LiveId" clId="{C4BBD172-D086-48E3-8803-4F71A45A4004}" dt="2026-06-02T03:02:15.830" v="1200" actId="1076"/>
          <ac:picMkLst>
            <pc:docMk/>
            <pc:sldMk cId="2962056412" sldId="363"/>
            <ac:picMk id="4" creationId="{68050949-768E-B774-71C5-9555CD588028}"/>
          </ac:picMkLst>
        </pc:picChg>
      </pc:sldChg>
      <pc:sldChg chg="modSp mod">
        <pc:chgData name="Cristina Caro" userId="5123895cd4673f78" providerId="LiveId" clId="{C4BBD172-D086-48E3-8803-4F71A45A4004}" dt="2026-06-05T18:47:22.706" v="1209" actId="20577"/>
        <pc:sldMkLst>
          <pc:docMk/>
          <pc:sldMk cId="1509714531" sldId="368"/>
        </pc:sldMkLst>
        <pc:spChg chg="mod">
          <ac:chgData name="Cristina Caro" userId="5123895cd4673f78" providerId="LiveId" clId="{C4BBD172-D086-48E3-8803-4F71A45A4004}" dt="2026-06-05T18:47:22.706" v="1209" actId="20577"/>
          <ac:spMkLst>
            <pc:docMk/>
            <pc:sldMk cId="1509714531" sldId="368"/>
            <ac:spMk id="4" creationId="{16677F22-3A38-F47A-D93C-2187A8A7AD16}"/>
          </ac:spMkLst>
        </pc:spChg>
        <pc:picChg chg="mod">
          <ac:chgData name="Cristina Caro" userId="5123895cd4673f78" providerId="LiveId" clId="{C4BBD172-D086-48E3-8803-4F71A45A4004}" dt="2026-06-02T02:59:34.574" v="1166" actId="1076"/>
          <ac:picMkLst>
            <pc:docMk/>
            <pc:sldMk cId="1509714531" sldId="368"/>
            <ac:picMk id="2" creationId="{24947DEA-0CC0-554A-58A5-B53424840FA1}"/>
          </ac:picMkLst>
        </pc:picChg>
      </pc:sldChg>
      <pc:sldChg chg="modSp mod">
        <pc:chgData name="Cristina Caro" userId="5123895cd4673f78" providerId="LiveId" clId="{C4BBD172-D086-48E3-8803-4F71A45A4004}" dt="2026-06-02T02:00:05.946" v="406" actId="1076"/>
        <pc:sldMkLst>
          <pc:docMk/>
          <pc:sldMk cId="2714661364" sldId="371"/>
        </pc:sldMkLst>
        <pc:picChg chg="mod">
          <ac:chgData name="Cristina Caro" userId="5123895cd4673f78" providerId="LiveId" clId="{C4BBD172-D086-48E3-8803-4F71A45A4004}" dt="2026-06-02T02:00:05.946" v="406" actId="1076"/>
          <ac:picMkLst>
            <pc:docMk/>
            <pc:sldMk cId="2714661364" sldId="371"/>
            <ac:picMk id="6" creationId="{FEB077B2-FF76-5ECC-BA4F-C71361969E4F}"/>
          </ac:picMkLst>
        </pc:picChg>
      </pc:sldChg>
      <pc:sldChg chg="addSp delSp modSp mod">
        <pc:chgData name="Cristina Caro" userId="5123895cd4673f78" providerId="LiveId" clId="{C4BBD172-D086-48E3-8803-4F71A45A4004}" dt="2026-06-02T02:28:06.052" v="645" actId="1076"/>
        <pc:sldMkLst>
          <pc:docMk/>
          <pc:sldMk cId="3509804631" sldId="372"/>
        </pc:sldMkLst>
        <pc:spChg chg="mod">
          <ac:chgData name="Cristina Caro" userId="5123895cd4673f78" providerId="LiveId" clId="{C4BBD172-D086-48E3-8803-4F71A45A4004}" dt="2026-06-02T02:18:51.291" v="513" actId="20577"/>
          <ac:spMkLst>
            <pc:docMk/>
            <pc:sldMk cId="3509804631" sldId="372"/>
            <ac:spMk id="4" creationId="{53C73F5B-D1CB-A1FB-3148-E4EB66C9E9F3}"/>
          </ac:spMkLst>
        </pc:spChg>
        <pc:spChg chg="mod">
          <ac:chgData name="Cristina Caro" userId="5123895cd4673f78" providerId="LiveId" clId="{C4BBD172-D086-48E3-8803-4F71A45A4004}" dt="2026-06-02T02:27:15.636" v="637" actId="20577"/>
          <ac:spMkLst>
            <pc:docMk/>
            <pc:sldMk cId="3509804631" sldId="372"/>
            <ac:spMk id="7" creationId="{C62DB389-54DB-FA5F-1DDE-2636419341D6}"/>
          </ac:spMkLst>
        </pc:spChg>
        <pc:spChg chg="add mod">
          <ac:chgData name="Cristina Caro" userId="5123895cd4673f78" providerId="LiveId" clId="{C4BBD172-D086-48E3-8803-4F71A45A4004}" dt="2026-06-02T02:28:06.052" v="645" actId="1076"/>
          <ac:spMkLst>
            <pc:docMk/>
            <pc:sldMk cId="3509804631" sldId="372"/>
            <ac:spMk id="9" creationId="{C5B09E3B-30C8-0A10-1286-1E5E0C4FA486}"/>
          </ac:spMkLst>
        </pc:spChg>
        <pc:picChg chg="add mod">
          <ac:chgData name="Cristina Caro" userId="5123895cd4673f78" providerId="LiveId" clId="{C4BBD172-D086-48E3-8803-4F71A45A4004}" dt="2026-06-02T02:24:40.819" v="594" actId="1076"/>
          <ac:picMkLst>
            <pc:docMk/>
            <pc:sldMk cId="3509804631" sldId="372"/>
            <ac:picMk id="5" creationId="{1D54FD34-0B19-C1EB-C4DB-27D75EA0EC3A}"/>
          </ac:picMkLst>
        </pc:picChg>
      </pc:sldChg>
      <pc:sldChg chg="addSp delSp modSp mod">
        <pc:chgData name="Cristina Caro" userId="5123895cd4673f78" providerId="LiveId" clId="{C4BBD172-D086-48E3-8803-4F71A45A4004}" dt="2026-06-02T02:44:53.932" v="1013" actId="113"/>
        <pc:sldMkLst>
          <pc:docMk/>
          <pc:sldMk cId="1965394279" sldId="373"/>
        </pc:sldMkLst>
        <pc:spChg chg="mod">
          <ac:chgData name="Cristina Caro" userId="5123895cd4673f78" providerId="LiveId" clId="{C4BBD172-D086-48E3-8803-4F71A45A4004}" dt="2026-06-02T02:44:53.932" v="1013" actId="113"/>
          <ac:spMkLst>
            <pc:docMk/>
            <pc:sldMk cId="1965394279" sldId="373"/>
            <ac:spMk id="4" creationId="{8C600653-BF6E-4482-EC80-004F7EE1FD4A}"/>
          </ac:spMkLst>
        </pc:spChg>
        <pc:picChg chg="add mod">
          <ac:chgData name="Cristina Caro" userId="5123895cd4673f78" providerId="LiveId" clId="{C4BBD172-D086-48E3-8803-4F71A45A4004}" dt="2026-06-02T02:44:45.349" v="1010" actId="1076"/>
          <ac:picMkLst>
            <pc:docMk/>
            <pc:sldMk cId="1965394279" sldId="373"/>
            <ac:picMk id="6" creationId="{78AE2E20-1911-929F-161E-667607692899}"/>
          </ac:picMkLst>
        </pc:picChg>
        <pc:picChg chg="add mod">
          <ac:chgData name="Cristina Caro" userId="5123895cd4673f78" providerId="LiveId" clId="{C4BBD172-D086-48E3-8803-4F71A45A4004}" dt="2026-06-02T02:44:46.929" v="1011" actId="1076"/>
          <ac:picMkLst>
            <pc:docMk/>
            <pc:sldMk cId="1965394279" sldId="373"/>
            <ac:picMk id="10" creationId="{AA38FB67-68B6-2DF9-255A-8D2C830EC697}"/>
          </ac:picMkLst>
        </pc:picChg>
      </pc:sldChg>
      <pc:sldChg chg="addSp modSp mod">
        <pc:chgData name="Cristina Caro" userId="5123895cd4673f78" providerId="LiveId" clId="{C4BBD172-D086-48E3-8803-4F71A45A4004}" dt="2026-06-02T02:12:37.737" v="424" actId="14100"/>
        <pc:sldMkLst>
          <pc:docMk/>
          <pc:sldMk cId="1143369043" sldId="375"/>
        </pc:sldMkLst>
        <pc:spChg chg="mod">
          <ac:chgData name="Cristina Caro" userId="5123895cd4673f78" providerId="LiveId" clId="{C4BBD172-D086-48E3-8803-4F71A45A4004}" dt="2026-06-02T02:09:51.481" v="416" actId="1076"/>
          <ac:spMkLst>
            <pc:docMk/>
            <pc:sldMk cId="1143369043" sldId="375"/>
            <ac:spMk id="5" creationId="{78DC0493-62C9-31CC-20C4-CF24BB45EF86}"/>
          </ac:spMkLst>
        </pc:spChg>
        <pc:graphicFrameChg chg="mod">
          <ac:chgData name="Cristina Caro" userId="5123895cd4673f78" providerId="LiveId" clId="{C4BBD172-D086-48E3-8803-4F71A45A4004}" dt="2026-06-02T02:10:03.149" v="418" actId="14100"/>
          <ac:graphicFrameMkLst>
            <pc:docMk/>
            <pc:sldMk cId="1143369043" sldId="375"/>
            <ac:graphicFrameMk id="10" creationId="{9FE36F91-55CD-C9DC-1896-F6473BDA6C44}"/>
          </ac:graphicFrameMkLst>
        </pc:graphicFrameChg>
        <pc:picChg chg="add mod">
          <ac:chgData name="Cristina Caro" userId="5123895cd4673f78" providerId="LiveId" clId="{C4BBD172-D086-48E3-8803-4F71A45A4004}" dt="2026-06-02T02:12:37.737" v="424" actId="14100"/>
          <ac:picMkLst>
            <pc:docMk/>
            <pc:sldMk cId="1143369043" sldId="375"/>
            <ac:picMk id="4" creationId="{DB0ADF5A-48C0-4186-EA26-72E4DADED98F}"/>
          </ac:picMkLst>
        </pc:picChg>
      </pc:sldChg>
      <pc:sldChg chg="addSp delSp modSp add mod">
        <pc:chgData name="Cristina Caro" userId="5123895cd4673f78" providerId="LiveId" clId="{C4BBD172-D086-48E3-8803-4F71A45A4004}" dt="2026-06-02T01:46:31.723" v="346" actId="1076"/>
        <pc:sldMkLst>
          <pc:docMk/>
          <pc:sldMk cId="2961215998" sldId="377"/>
        </pc:sldMkLst>
        <pc:spChg chg="mod">
          <ac:chgData name="Cristina Caro" userId="5123895cd4673f78" providerId="LiveId" clId="{C4BBD172-D086-48E3-8803-4F71A45A4004}" dt="2026-06-02T00:59:38.294" v="61" actId="1076"/>
          <ac:spMkLst>
            <pc:docMk/>
            <pc:sldMk cId="2961215998" sldId="377"/>
            <ac:spMk id="4" creationId="{4E31F5E6-64A0-AA51-B2F4-38833D5AB74B}"/>
          </ac:spMkLst>
        </pc:spChg>
        <pc:spChg chg="mod">
          <ac:chgData name="Cristina Caro" userId="5123895cd4673f78" providerId="LiveId" clId="{C4BBD172-D086-48E3-8803-4F71A45A4004}" dt="2026-06-02T01:19:08.200" v="128" actId="20577"/>
          <ac:spMkLst>
            <pc:docMk/>
            <pc:sldMk cId="2961215998" sldId="377"/>
            <ac:spMk id="7" creationId="{3B426965-9B8B-8F14-F727-24BD4C06F413}"/>
          </ac:spMkLst>
        </pc:spChg>
        <pc:picChg chg="add mod">
          <ac:chgData name="Cristina Caro" userId="5123895cd4673f78" providerId="LiveId" clId="{C4BBD172-D086-48E3-8803-4F71A45A4004}" dt="2026-06-02T01:46:09.807" v="344" actId="1076"/>
          <ac:picMkLst>
            <pc:docMk/>
            <pc:sldMk cId="2961215998" sldId="377"/>
            <ac:picMk id="6" creationId="{BD4CAE0D-FACB-EE69-E650-10908A2DFFB1}"/>
          </ac:picMkLst>
        </pc:picChg>
        <pc:picChg chg="add mod">
          <ac:chgData name="Cristina Caro" userId="5123895cd4673f78" providerId="LiveId" clId="{C4BBD172-D086-48E3-8803-4F71A45A4004}" dt="2026-06-02T01:46:31.723" v="346" actId="1076"/>
          <ac:picMkLst>
            <pc:docMk/>
            <pc:sldMk cId="2961215998" sldId="377"/>
            <ac:picMk id="9" creationId="{5A00F877-B9F2-F07F-52AC-C0AB81400D6F}"/>
          </ac:picMkLst>
        </pc:picChg>
      </pc:sldChg>
      <pc:sldChg chg="addSp delSp modSp add mod">
        <pc:chgData name="Cristina Caro" userId="5123895cd4673f78" providerId="LiveId" clId="{C4BBD172-D086-48E3-8803-4F71A45A4004}" dt="2026-06-02T01:19:53.738" v="136" actId="1076"/>
        <pc:sldMkLst>
          <pc:docMk/>
          <pc:sldMk cId="3230504184" sldId="378"/>
        </pc:sldMkLst>
        <pc:spChg chg="mod">
          <ac:chgData name="Cristina Caro" userId="5123895cd4673f78" providerId="LiveId" clId="{C4BBD172-D086-48E3-8803-4F71A45A4004}" dt="2026-06-02T01:15:52.447" v="79"/>
          <ac:spMkLst>
            <pc:docMk/>
            <pc:sldMk cId="3230504184" sldId="378"/>
            <ac:spMk id="4" creationId="{68673D08-48E9-B87A-788C-657FFFD209F9}"/>
          </ac:spMkLst>
        </pc:spChg>
        <pc:spChg chg="mod">
          <ac:chgData name="Cristina Caro" userId="5123895cd4673f78" providerId="LiveId" clId="{C4BBD172-D086-48E3-8803-4F71A45A4004}" dt="2026-06-02T01:19:16.996" v="134" actId="20577"/>
          <ac:spMkLst>
            <pc:docMk/>
            <pc:sldMk cId="3230504184" sldId="378"/>
            <ac:spMk id="7" creationId="{2BF4013F-7DE1-FE65-E776-9ABE0050DEA9}"/>
          </ac:spMkLst>
        </pc:spChg>
        <pc:picChg chg="add mod">
          <ac:chgData name="Cristina Caro" userId="5123895cd4673f78" providerId="LiveId" clId="{C4BBD172-D086-48E3-8803-4F71A45A4004}" dt="2026-06-02T01:19:53.738" v="136" actId="1076"/>
          <ac:picMkLst>
            <pc:docMk/>
            <pc:sldMk cId="3230504184" sldId="378"/>
            <ac:picMk id="5" creationId="{D2173DBE-F024-99D7-0FBE-F274AD3DF62D}"/>
          </ac:picMkLst>
        </pc:picChg>
      </pc:sldChg>
      <pc:sldChg chg="addSp delSp modSp add mod">
        <pc:chgData name="Cristina Caro" userId="5123895cd4673f78" providerId="LiveId" clId="{C4BBD172-D086-48E3-8803-4F71A45A4004}" dt="2026-06-02T13:20:14.664" v="1202" actId="1036"/>
        <pc:sldMkLst>
          <pc:docMk/>
          <pc:sldMk cId="2864393361" sldId="379"/>
        </pc:sldMkLst>
        <pc:spChg chg="mod">
          <ac:chgData name="Cristina Caro" userId="5123895cd4673f78" providerId="LiveId" clId="{C4BBD172-D086-48E3-8803-4F71A45A4004}" dt="2026-06-02T01:46:59.911" v="355" actId="20577"/>
          <ac:spMkLst>
            <pc:docMk/>
            <pc:sldMk cId="2864393361" sldId="379"/>
            <ac:spMk id="4" creationId="{91D971DE-2ED1-CDCB-388F-DF908FBB21A6}"/>
          </ac:spMkLst>
        </pc:spChg>
        <pc:spChg chg="mod">
          <ac:chgData name="Cristina Caro" userId="5123895cd4673f78" providerId="LiveId" clId="{C4BBD172-D086-48E3-8803-4F71A45A4004}" dt="2026-06-02T01:22:45.908" v="153" actId="313"/>
          <ac:spMkLst>
            <pc:docMk/>
            <pc:sldMk cId="2864393361" sldId="379"/>
            <ac:spMk id="7" creationId="{DCB117AA-8D8D-69AB-6371-55412BB6FBB1}"/>
          </ac:spMkLst>
        </pc:spChg>
        <pc:picChg chg="add mod">
          <ac:chgData name="Cristina Caro" userId="5123895cd4673f78" providerId="LiveId" clId="{C4BBD172-D086-48E3-8803-4F71A45A4004}" dt="2026-06-02T13:20:14.664" v="1202" actId="1036"/>
          <ac:picMkLst>
            <pc:docMk/>
            <pc:sldMk cId="2864393361" sldId="379"/>
            <ac:picMk id="6" creationId="{70A3481F-9AAB-47BC-CC58-B929FA689E53}"/>
          </ac:picMkLst>
        </pc:picChg>
        <pc:picChg chg="add mod">
          <ac:chgData name="Cristina Caro" userId="5123895cd4673f78" providerId="LiveId" clId="{C4BBD172-D086-48E3-8803-4F71A45A4004}" dt="2026-06-02T01:46:56.096" v="352" actId="1076"/>
          <ac:picMkLst>
            <pc:docMk/>
            <pc:sldMk cId="2864393361" sldId="379"/>
            <ac:picMk id="9" creationId="{EDD4EF59-0663-C4FC-B80C-C4BBFA86B89B}"/>
          </ac:picMkLst>
        </pc:picChg>
      </pc:sldChg>
      <pc:sldChg chg="addSp delSp modSp add mod">
        <pc:chgData name="Cristina Caro" userId="5123895cd4673f78" providerId="LiveId" clId="{C4BBD172-D086-48E3-8803-4F71A45A4004}" dt="2026-06-02T01:47:13.207" v="359" actId="1076"/>
        <pc:sldMkLst>
          <pc:docMk/>
          <pc:sldMk cId="731367958" sldId="380"/>
        </pc:sldMkLst>
        <pc:spChg chg="mod">
          <ac:chgData name="Cristina Caro" userId="5123895cd4673f78" providerId="LiveId" clId="{C4BBD172-D086-48E3-8803-4F71A45A4004}" dt="2026-06-02T01:47:09.543" v="357" actId="20577"/>
          <ac:spMkLst>
            <pc:docMk/>
            <pc:sldMk cId="731367958" sldId="380"/>
            <ac:spMk id="4" creationId="{CDA7724B-913B-8B91-C8A9-A23E9B7F2325}"/>
          </ac:spMkLst>
        </pc:spChg>
        <pc:spChg chg="mod">
          <ac:chgData name="Cristina Caro" userId="5123895cd4673f78" providerId="LiveId" clId="{C4BBD172-D086-48E3-8803-4F71A45A4004}" dt="2026-06-02T01:22:52.652" v="155" actId="313"/>
          <ac:spMkLst>
            <pc:docMk/>
            <pc:sldMk cId="731367958" sldId="380"/>
            <ac:spMk id="7" creationId="{1FC7F895-0DD4-385F-0A44-B998BC527985}"/>
          </ac:spMkLst>
        </pc:spChg>
        <pc:picChg chg="add del mod">
          <ac:chgData name="Cristina Caro" userId="5123895cd4673f78" providerId="LiveId" clId="{C4BBD172-D086-48E3-8803-4F71A45A4004}" dt="2026-06-02T01:47:12.073" v="358" actId="1076"/>
          <ac:picMkLst>
            <pc:docMk/>
            <pc:sldMk cId="731367958" sldId="380"/>
            <ac:picMk id="5" creationId="{18DA83F2-14F8-8666-50E2-35830D2E34AB}"/>
          </ac:picMkLst>
        </pc:picChg>
        <pc:picChg chg="add mod">
          <ac:chgData name="Cristina Caro" userId="5123895cd4673f78" providerId="LiveId" clId="{C4BBD172-D086-48E3-8803-4F71A45A4004}" dt="2026-06-02T01:47:13.207" v="359" actId="1076"/>
          <ac:picMkLst>
            <pc:docMk/>
            <pc:sldMk cId="731367958" sldId="380"/>
            <ac:picMk id="10" creationId="{2AD4371A-E9D7-56F7-53DE-DECCE9BCB08C}"/>
          </ac:picMkLst>
        </pc:picChg>
      </pc:sldChg>
      <pc:sldChg chg="addSp delSp modSp add mod">
        <pc:chgData name="Cristina Caro" userId="5123895cd4673f78" providerId="LiveId" clId="{C4BBD172-D086-48E3-8803-4F71A45A4004}" dt="2026-06-02T01:47:16.938" v="360" actId="1076"/>
        <pc:sldMkLst>
          <pc:docMk/>
          <pc:sldMk cId="1347455080" sldId="381"/>
        </pc:sldMkLst>
        <pc:spChg chg="mod">
          <ac:chgData name="Cristina Caro" userId="5123895cd4673f78" providerId="LiveId" clId="{C4BBD172-D086-48E3-8803-4F71A45A4004}" dt="2026-06-02T01:42:37.949" v="339" actId="20577"/>
          <ac:spMkLst>
            <pc:docMk/>
            <pc:sldMk cId="1347455080" sldId="381"/>
            <ac:spMk id="4" creationId="{E0A22300-E51F-8889-8843-10C5FF1328DB}"/>
          </ac:spMkLst>
        </pc:spChg>
        <pc:picChg chg="add mod">
          <ac:chgData name="Cristina Caro" userId="5123895cd4673f78" providerId="LiveId" clId="{C4BBD172-D086-48E3-8803-4F71A45A4004}" dt="2026-06-02T01:47:16.938" v="360" actId="1076"/>
          <ac:picMkLst>
            <pc:docMk/>
            <pc:sldMk cId="1347455080" sldId="381"/>
            <ac:picMk id="6" creationId="{15865047-2EDC-132F-B492-5C2717ED4EAD}"/>
          </ac:picMkLst>
        </pc:picChg>
        <pc:picChg chg="add mod">
          <ac:chgData name="Cristina Caro" userId="5123895cd4673f78" providerId="LiveId" clId="{C4BBD172-D086-48E3-8803-4F71A45A4004}" dt="2026-06-02T01:42:51.506" v="342" actId="14100"/>
          <ac:picMkLst>
            <pc:docMk/>
            <pc:sldMk cId="1347455080" sldId="381"/>
            <ac:picMk id="9" creationId="{9F723E47-47D1-4353-F7BD-944128353049}"/>
          </ac:picMkLst>
        </pc:picChg>
      </pc:sldChg>
      <pc:sldChg chg="addSp modSp add mod">
        <pc:chgData name="Cristina Caro" userId="5123895cd4673f78" providerId="LiveId" clId="{C4BBD172-D086-48E3-8803-4F71A45A4004}" dt="2026-06-02T02:31:08.209" v="685" actId="1076"/>
        <pc:sldMkLst>
          <pc:docMk/>
          <pc:sldMk cId="2619137583" sldId="382"/>
        </pc:sldMkLst>
        <pc:spChg chg="mod">
          <ac:chgData name="Cristina Caro" userId="5123895cd4673f78" providerId="LiveId" clId="{C4BBD172-D086-48E3-8803-4F71A45A4004}" dt="2026-06-02T02:29:58.146" v="657" actId="5793"/>
          <ac:spMkLst>
            <pc:docMk/>
            <pc:sldMk cId="2619137583" sldId="382"/>
            <ac:spMk id="4" creationId="{8E443676-192F-581C-3652-FD9B9E21E8BF}"/>
          </ac:spMkLst>
        </pc:spChg>
        <pc:spChg chg="mod">
          <ac:chgData name="Cristina Caro" userId="5123895cd4673f78" providerId="LiveId" clId="{C4BBD172-D086-48E3-8803-4F71A45A4004}" dt="2026-06-02T02:30:17.294" v="680" actId="20577"/>
          <ac:spMkLst>
            <pc:docMk/>
            <pc:sldMk cId="2619137583" sldId="382"/>
            <ac:spMk id="7" creationId="{F4146B85-2AB0-2D81-5549-AB4117E20D72}"/>
          </ac:spMkLst>
        </pc:spChg>
        <pc:picChg chg="add mod">
          <ac:chgData name="Cristina Caro" userId="5123895cd4673f78" providerId="LiveId" clId="{C4BBD172-D086-48E3-8803-4F71A45A4004}" dt="2026-06-02T02:31:08.209" v="685" actId="1076"/>
          <ac:picMkLst>
            <pc:docMk/>
            <pc:sldMk cId="2619137583" sldId="382"/>
            <ac:picMk id="6" creationId="{9FADD8A1-D3A3-DAC7-0FC4-7976C8AF4207}"/>
          </ac:picMkLst>
        </pc:picChg>
      </pc:sldChg>
      <pc:sldChg chg="modSp add mod">
        <pc:chgData name="Cristina Caro" userId="5123895cd4673f78" providerId="LiveId" clId="{C4BBD172-D086-48E3-8803-4F71A45A4004}" dt="2026-06-02T02:39:36.336" v="836" actId="1076"/>
        <pc:sldMkLst>
          <pc:docMk/>
          <pc:sldMk cId="862426772" sldId="383"/>
        </pc:sldMkLst>
        <pc:spChg chg="mod">
          <ac:chgData name="Cristina Caro" userId="5123895cd4673f78" providerId="LiveId" clId="{C4BBD172-D086-48E3-8803-4F71A45A4004}" dt="2026-06-02T02:38:19.088" v="829" actId="20577"/>
          <ac:spMkLst>
            <pc:docMk/>
            <pc:sldMk cId="862426772" sldId="383"/>
            <ac:spMk id="6" creationId="{8174C81C-971A-659C-8C18-AC80ACEA83BB}"/>
          </ac:spMkLst>
        </pc:spChg>
        <pc:spChg chg="mod">
          <ac:chgData name="Cristina Caro" userId="5123895cd4673f78" providerId="LiveId" clId="{C4BBD172-D086-48E3-8803-4F71A45A4004}" dt="2026-06-02T02:39:36.336" v="836" actId="1076"/>
          <ac:spMkLst>
            <pc:docMk/>
            <pc:sldMk cId="862426772" sldId="383"/>
            <ac:spMk id="7" creationId="{CCB6CB0B-2FE4-4843-6B22-C36CA962014D}"/>
          </ac:spMkLst>
        </pc:spChg>
        <pc:picChg chg="mod">
          <ac:chgData name="Cristina Caro" userId="5123895cd4673f78" providerId="LiveId" clId="{C4BBD172-D086-48E3-8803-4F71A45A4004}" dt="2026-06-02T02:39:18.567" v="830" actId="1076"/>
          <ac:picMkLst>
            <pc:docMk/>
            <pc:sldMk cId="862426772" sldId="383"/>
            <ac:picMk id="4" creationId="{B4204D18-D721-ED1A-5574-85463682DDC9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E81B19-2FD6-4A37-9BE3-3C7BAD451CF0}" type="doc">
      <dgm:prSet loTypeId="urn:microsoft.com/office/officeart/2005/8/layout/hProcess7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CL"/>
        </a:p>
      </dgm:t>
    </dgm:pt>
    <dgm:pt modelId="{CB9883ED-8E48-4C4F-998E-0C95E14464FE}">
      <dgm:prSet/>
      <dgm:spPr/>
      <dgm:t>
        <a:bodyPr/>
        <a:lstStyle/>
        <a:p>
          <a:endParaRPr lang="es-CL" dirty="0"/>
        </a:p>
      </dgm:t>
    </dgm:pt>
    <dgm:pt modelId="{8972F608-95EB-485C-97E2-9C0E241BCB48}" type="parTrans" cxnId="{4FAE7FEB-0E94-4EFE-AB0C-04C5AA7DEEBE}">
      <dgm:prSet/>
      <dgm:spPr/>
      <dgm:t>
        <a:bodyPr/>
        <a:lstStyle/>
        <a:p>
          <a:endParaRPr lang="es-CL"/>
        </a:p>
      </dgm:t>
    </dgm:pt>
    <dgm:pt modelId="{C58F66E5-128B-4677-BE69-53A389F2215F}" type="sibTrans" cxnId="{4FAE7FEB-0E94-4EFE-AB0C-04C5AA7DEEBE}">
      <dgm:prSet phldrT="1" phldr="0"/>
      <dgm:spPr/>
    </dgm:pt>
    <dgm:pt modelId="{6CD9E658-B9B0-4D65-919D-5B7DD854D461}">
      <dgm:prSet custT="1"/>
      <dgm:spPr/>
      <dgm:t>
        <a:bodyPr/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 editor de textos no es un procesador de palabras (como MS Word o Writer); trabaja con texto plano, sin formatos ni estilos.</a:t>
          </a:r>
        </a:p>
      </dgm:t>
    </dgm:pt>
    <dgm:pt modelId="{787343E5-9EE6-434C-8F5B-3E7A623FA118}" type="parTrans" cxnId="{EDEF95E4-68B8-4D01-9B17-3BF638A86D0E}">
      <dgm:prSet/>
      <dgm:spPr/>
      <dgm:t>
        <a:bodyPr/>
        <a:lstStyle/>
        <a:p>
          <a:endParaRPr lang="es-CL"/>
        </a:p>
      </dgm:t>
    </dgm:pt>
    <dgm:pt modelId="{DFBCE15D-0543-4417-900C-5587A479F832}" type="sibTrans" cxnId="{EDEF95E4-68B8-4D01-9B17-3BF638A86D0E}">
      <dgm:prSet/>
      <dgm:spPr/>
      <dgm:t>
        <a:bodyPr/>
        <a:lstStyle/>
        <a:p>
          <a:endParaRPr lang="es-CL"/>
        </a:p>
      </dgm:t>
    </dgm:pt>
    <dgm:pt modelId="{13E270B5-6FF3-4248-843A-376F50A9298F}">
      <dgm:prSet custT="1"/>
      <dgm:spPr/>
      <dgm:t>
        <a:bodyPr/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nano: Editor de texto clásico basado en la línea de comandos, ideal para ediciones rápidas en la terminal.</a:t>
          </a:r>
        </a:p>
      </dgm:t>
    </dgm:pt>
    <dgm:pt modelId="{EABAB69E-9219-46E8-AB53-6D69BF64FEE5}" type="parTrans" cxnId="{A14852A3-626D-4FEC-AC84-DFEA11B3F221}">
      <dgm:prSet/>
      <dgm:spPr/>
      <dgm:t>
        <a:bodyPr/>
        <a:lstStyle/>
        <a:p>
          <a:endParaRPr lang="es-CL"/>
        </a:p>
      </dgm:t>
    </dgm:pt>
    <dgm:pt modelId="{F453D890-460D-49A0-93E6-B10A3CC55028}" type="sibTrans" cxnId="{A14852A3-626D-4FEC-AC84-DFEA11B3F221}">
      <dgm:prSet/>
      <dgm:spPr/>
      <dgm:t>
        <a:bodyPr/>
        <a:lstStyle/>
        <a:p>
          <a:endParaRPr lang="es-CL"/>
        </a:p>
      </dgm:t>
    </dgm:pt>
    <dgm:pt modelId="{F5115B25-9C8D-411C-B37E-84CD5AE1EA48}">
      <dgm:prSet/>
      <dgm:spPr/>
      <dgm:t>
        <a:bodyPr/>
        <a:lstStyle/>
        <a:p>
          <a:endParaRPr lang="es-CL" dirty="0"/>
        </a:p>
      </dgm:t>
    </dgm:pt>
    <dgm:pt modelId="{145900D2-6BCB-4382-A7CC-AFD8E5FFB4FD}" type="parTrans" cxnId="{F17AA320-1731-4D97-BFED-A04F286DFFB1}">
      <dgm:prSet/>
      <dgm:spPr/>
      <dgm:t>
        <a:bodyPr/>
        <a:lstStyle/>
        <a:p>
          <a:endParaRPr lang="es-CL"/>
        </a:p>
      </dgm:t>
    </dgm:pt>
    <dgm:pt modelId="{C6BF35D2-8AAB-4094-8297-A29781083C2D}" type="sibTrans" cxnId="{F17AA320-1731-4D97-BFED-A04F286DFFB1}">
      <dgm:prSet phldrT="2" phldr="0"/>
      <dgm:spPr/>
    </dgm:pt>
    <dgm:pt modelId="{F8603769-15A6-40A8-BCC1-23261B5DF78A}">
      <dgm:prSet custT="1"/>
      <dgm:spPr/>
      <dgm:t>
        <a:bodyPr/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Linux incluye por defecto una gran variedad de editores de texto para administrar el sistema.</a:t>
          </a:r>
        </a:p>
      </dgm:t>
    </dgm:pt>
    <dgm:pt modelId="{BFFF77D4-E640-4C00-8AF4-715B9A9BC506}" type="parTrans" cxnId="{5E7D4C4A-7EC7-4B3A-9F10-F9915E2883CE}">
      <dgm:prSet/>
      <dgm:spPr/>
      <dgm:t>
        <a:bodyPr/>
        <a:lstStyle/>
        <a:p>
          <a:endParaRPr lang="es-CL"/>
        </a:p>
      </dgm:t>
    </dgm:pt>
    <dgm:pt modelId="{7E128157-EC0F-4C1B-A442-ABC7583CC1F4}" type="sibTrans" cxnId="{5E7D4C4A-7EC7-4B3A-9F10-F9915E2883CE}">
      <dgm:prSet/>
      <dgm:spPr/>
      <dgm:t>
        <a:bodyPr/>
        <a:lstStyle/>
        <a:p>
          <a:endParaRPr lang="es-CL"/>
        </a:p>
      </dgm:t>
    </dgm:pt>
    <dgm:pt modelId="{F423564D-A7AF-454A-857D-308ADEBBC4DD}">
      <dgm:prSet custT="1"/>
      <dgm:spPr/>
      <dgm:t>
        <a:bodyPr/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L" sz="2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gedit</a:t>
          </a: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: Editor de texto gráfico (GUI), intuitivo y similar al Bloc de notas tradicional.</a:t>
          </a:r>
        </a:p>
      </dgm:t>
    </dgm:pt>
    <dgm:pt modelId="{4F4E76FA-2AEE-480E-B88E-882B3D51B432}" type="parTrans" cxnId="{838B5251-9317-4F79-AD58-4B7377EA6A74}">
      <dgm:prSet/>
      <dgm:spPr/>
      <dgm:t>
        <a:bodyPr/>
        <a:lstStyle/>
        <a:p>
          <a:endParaRPr lang="es-CL"/>
        </a:p>
      </dgm:t>
    </dgm:pt>
    <dgm:pt modelId="{648C0839-3754-4E4B-A374-C6231020A0DE}" type="sibTrans" cxnId="{838B5251-9317-4F79-AD58-4B7377EA6A74}">
      <dgm:prSet/>
      <dgm:spPr/>
      <dgm:t>
        <a:bodyPr/>
        <a:lstStyle/>
        <a:p>
          <a:endParaRPr lang="es-CL"/>
        </a:p>
      </dgm:t>
    </dgm:pt>
    <dgm:pt modelId="{7DB282A7-409A-4DB7-A94B-0E8E5099E54A}" type="pres">
      <dgm:prSet presAssocID="{20E81B19-2FD6-4A37-9BE3-3C7BAD451CF0}" presName="Name0" presStyleCnt="0">
        <dgm:presLayoutVars>
          <dgm:dir/>
          <dgm:animLvl val="lvl"/>
          <dgm:resizeHandles val="exact"/>
        </dgm:presLayoutVars>
      </dgm:prSet>
      <dgm:spPr/>
    </dgm:pt>
    <dgm:pt modelId="{423DF462-BFB9-4E75-9E9B-F75E3CBBA6D2}" type="pres">
      <dgm:prSet presAssocID="{CB9883ED-8E48-4C4F-998E-0C95E14464FE}" presName="compositeNode" presStyleCnt="0">
        <dgm:presLayoutVars>
          <dgm:bulletEnabled val="1"/>
        </dgm:presLayoutVars>
      </dgm:prSet>
      <dgm:spPr/>
    </dgm:pt>
    <dgm:pt modelId="{D2B42EBD-5E23-46CC-9AD5-3B0BAF0CDA05}" type="pres">
      <dgm:prSet presAssocID="{CB9883ED-8E48-4C4F-998E-0C95E14464FE}" presName="bgRect" presStyleLbl="node1" presStyleIdx="0" presStyleCnt="2"/>
      <dgm:spPr/>
    </dgm:pt>
    <dgm:pt modelId="{E4060E30-A09A-476D-8B82-2A26E5B6261C}" type="pres">
      <dgm:prSet presAssocID="{CB9883ED-8E48-4C4F-998E-0C95E14464FE}" presName="parentNode" presStyleLbl="node1" presStyleIdx="0" presStyleCnt="2">
        <dgm:presLayoutVars>
          <dgm:chMax val="0"/>
          <dgm:bulletEnabled val="1"/>
        </dgm:presLayoutVars>
      </dgm:prSet>
      <dgm:spPr/>
    </dgm:pt>
    <dgm:pt modelId="{83B5D7B4-4A64-41EB-A736-900DC5CCF0A5}" type="pres">
      <dgm:prSet presAssocID="{CB9883ED-8E48-4C4F-998E-0C95E14464FE}" presName="childNode" presStyleLbl="node1" presStyleIdx="0" presStyleCnt="2">
        <dgm:presLayoutVars>
          <dgm:bulletEnabled val="1"/>
        </dgm:presLayoutVars>
      </dgm:prSet>
      <dgm:spPr/>
    </dgm:pt>
    <dgm:pt modelId="{651DCD53-27EB-47B2-8F09-11823633DC2D}" type="pres">
      <dgm:prSet presAssocID="{C58F66E5-128B-4677-BE69-53A389F2215F}" presName="hSp" presStyleCnt="0"/>
      <dgm:spPr/>
    </dgm:pt>
    <dgm:pt modelId="{A8B4B205-2DD5-4583-ACFF-0EF84FD99103}" type="pres">
      <dgm:prSet presAssocID="{C58F66E5-128B-4677-BE69-53A389F2215F}" presName="vProcSp" presStyleCnt="0"/>
      <dgm:spPr/>
    </dgm:pt>
    <dgm:pt modelId="{B8A9C8BC-14B4-4274-BA79-A232F368A239}" type="pres">
      <dgm:prSet presAssocID="{C58F66E5-128B-4677-BE69-53A389F2215F}" presName="vSp1" presStyleCnt="0"/>
      <dgm:spPr/>
    </dgm:pt>
    <dgm:pt modelId="{D62B5805-0CD3-4CA0-A8CB-B99D97BD604D}" type="pres">
      <dgm:prSet presAssocID="{C58F66E5-128B-4677-BE69-53A389F2215F}" presName="simulatedConn" presStyleLbl="solidFgAcc1" presStyleIdx="0" presStyleCnt="1"/>
      <dgm:spPr/>
    </dgm:pt>
    <dgm:pt modelId="{3058C579-0636-4702-A9A6-B7558156C3C0}" type="pres">
      <dgm:prSet presAssocID="{C58F66E5-128B-4677-BE69-53A389F2215F}" presName="vSp2" presStyleCnt="0"/>
      <dgm:spPr/>
    </dgm:pt>
    <dgm:pt modelId="{D3A3BA69-3306-44B7-B1F9-A8CA2CD8C3BA}" type="pres">
      <dgm:prSet presAssocID="{C58F66E5-128B-4677-BE69-53A389F2215F}" presName="sibTrans" presStyleCnt="0"/>
      <dgm:spPr/>
    </dgm:pt>
    <dgm:pt modelId="{E4581A1E-01E3-4013-B2B7-2AF88C0AEF6E}" type="pres">
      <dgm:prSet presAssocID="{F5115B25-9C8D-411C-B37E-84CD5AE1EA48}" presName="compositeNode" presStyleCnt="0">
        <dgm:presLayoutVars>
          <dgm:bulletEnabled val="1"/>
        </dgm:presLayoutVars>
      </dgm:prSet>
      <dgm:spPr/>
    </dgm:pt>
    <dgm:pt modelId="{D217C776-FD38-42DD-9CDF-7AC146A50515}" type="pres">
      <dgm:prSet presAssocID="{F5115B25-9C8D-411C-B37E-84CD5AE1EA48}" presName="bgRect" presStyleLbl="node1" presStyleIdx="1" presStyleCnt="2"/>
      <dgm:spPr/>
    </dgm:pt>
    <dgm:pt modelId="{136493AF-CCB8-4B8E-B139-99A6D8C71A96}" type="pres">
      <dgm:prSet presAssocID="{F5115B25-9C8D-411C-B37E-84CD5AE1EA48}" presName="parentNode" presStyleLbl="node1" presStyleIdx="1" presStyleCnt="2">
        <dgm:presLayoutVars>
          <dgm:chMax val="0"/>
          <dgm:bulletEnabled val="1"/>
        </dgm:presLayoutVars>
      </dgm:prSet>
      <dgm:spPr/>
    </dgm:pt>
    <dgm:pt modelId="{35D2CD16-A16E-4D36-BBA5-AF18E33CE82C}" type="pres">
      <dgm:prSet presAssocID="{F5115B25-9C8D-411C-B37E-84CD5AE1EA48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E6134A17-C204-4C2A-BE0D-ECA4911CAB4C}" type="presOf" srcId="{CB9883ED-8E48-4C4F-998E-0C95E14464FE}" destId="{E4060E30-A09A-476D-8B82-2A26E5B6261C}" srcOrd="1" destOrd="0" presId="urn:microsoft.com/office/officeart/2005/8/layout/hProcess7"/>
    <dgm:cxn modelId="{C6DB941E-7DC4-472F-A09D-47592ED235DA}" type="presOf" srcId="{6CD9E658-B9B0-4D65-919D-5B7DD854D461}" destId="{83B5D7B4-4A64-41EB-A736-900DC5CCF0A5}" srcOrd="0" destOrd="0" presId="urn:microsoft.com/office/officeart/2005/8/layout/hProcess7"/>
    <dgm:cxn modelId="{F17AA320-1731-4D97-BFED-A04F286DFFB1}" srcId="{20E81B19-2FD6-4A37-9BE3-3C7BAD451CF0}" destId="{F5115B25-9C8D-411C-B37E-84CD5AE1EA48}" srcOrd="1" destOrd="0" parTransId="{145900D2-6BCB-4382-A7CC-AFD8E5FFB4FD}" sibTransId="{C6BF35D2-8AAB-4094-8297-A29781083C2D}"/>
    <dgm:cxn modelId="{4630DA2C-E561-49B3-BC24-5C3AA8DFA594}" type="presOf" srcId="{F423564D-A7AF-454A-857D-308ADEBBC4DD}" destId="{35D2CD16-A16E-4D36-BBA5-AF18E33CE82C}" srcOrd="0" destOrd="1" presId="urn:microsoft.com/office/officeart/2005/8/layout/hProcess7"/>
    <dgm:cxn modelId="{D68E573B-2393-4119-9ADB-5D1AECB77492}" type="presOf" srcId="{CB9883ED-8E48-4C4F-998E-0C95E14464FE}" destId="{D2B42EBD-5E23-46CC-9AD5-3B0BAF0CDA05}" srcOrd="0" destOrd="0" presId="urn:microsoft.com/office/officeart/2005/8/layout/hProcess7"/>
    <dgm:cxn modelId="{7A956846-43C7-4760-8926-342854893B31}" type="presOf" srcId="{13E270B5-6FF3-4248-843A-376F50A9298F}" destId="{35D2CD16-A16E-4D36-BBA5-AF18E33CE82C}" srcOrd="0" destOrd="0" presId="urn:microsoft.com/office/officeart/2005/8/layout/hProcess7"/>
    <dgm:cxn modelId="{FC12A449-0CAD-4580-85C9-E9A4C429CA38}" type="presOf" srcId="{20E81B19-2FD6-4A37-9BE3-3C7BAD451CF0}" destId="{7DB282A7-409A-4DB7-A94B-0E8E5099E54A}" srcOrd="0" destOrd="0" presId="urn:microsoft.com/office/officeart/2005/8/layout/hProcess7"/>
    <dgm:cxn modelId="{5E7D4C4A-7EC7-4B3A-9F10-F9915E2883CE}" srcId="{CB9883ED-8E48-4C4F-998E-0C95E14464FE}" destId="{F8603769-15A6-40A8-BCC1-23261B5DF78A}" srcOrd="1" destOrd="0" parTransId="{BFFF77D4-E640-4C00-8AF4-715B9A9BC506}" sibTransId="{7E128157-EC0F-4C1B-A442-ABC7583CC1F4}"/>
    <dgm:cxn modelId="{838B5251-9317-4F79-AD58-4B7377EA6A74}" srcId="{F5115B25-9C8D-411C-B37E-84CD5AE1EA48}" destId="{F423564D-A7AF-454A-857D-308ADEBBC4DD}" srcOrd="1" destOrd="0" parTransId="{4F4E76FA-2AEE-480E-B88E-882B3D51B432}" sibTransId="{648C0839-3754-4E4B-A374-C6231020A0DE}"/>
    <dgm:cxn modelId="{0AB0FB96-CF8D-4ABB-BF4F-7F156F006545}" type="presOf" srcId="{F8603769-15A6-40A8-BCC1-23261B5DF78A}" destId="{83B5D7B4-4A64-41EB-A736-900DC5CCF0A5}" srcOrd="0" destOrd="1" presId="urn:microsoft.com/office/officeart/2005/8/layout/hProcess7"/>
    <dgm:cxn modelId="{A14852A3-626D-4FEC-AC84-DFEA11B3F221}" srcId="{F5115B25-9C8D-411C-B37E-84CD5AE1EA48}" destId="{13E270B5-6FF3-4248-843A-376F50A9298F}" srcOrd="0" destOrd="0" parTransId="{EABAB69E-9219-46E8-AB53-6D69BF64FEE5}" sibTransId="{F453D890-460D-49A0-93E6-B10A3CC55028}"/>
    <dgm:cxn modelId="{3E5EFDB9-B79C-4843-810F-835F06584C0D}" type="presOf" srcId="{F5115B25-9C8D-411C-B37E-84CD5AE1EA48}" destId="{136493AF-CCB8-4B8E-B139-99A6D8C71A96}" srcOrd="1" destOrd="0" presId="urn:microsoft.com/office/officeart/2005/8/layout/hProcess7"/>
    <dgm:cxn modelId="{7CB43ADE-548F-414A-8D0D-54B604ADBBC0}" type="presOf" srcId="{F5115B25-9C8D-411C-B37E-84CD5AE1EA48}" destId="{D217C776-FD38-42DD-9CDF-7AC146A50515}" srcOrd="0" destOrd="0" presId="urn:microsoft.com/office/officeart/2005/8/layout/hProcess7"/>
    <dgm:cxn modelId="{EDEF95E4-68B8-4D01-9B17-3BF638A86D0E}" srcId="{CB9883ED-8E48-4C4F-998E-0C95E14464FE}" destId="{6CD9E658-B9B0-4D65-919D-5B7DD854D461}" srcOrd="0" destOrd="0" parTransId="{787343E5-9EE6-434C-8F5B-3E7A623FA118}" sibTransId="{DFBCE15D-0543-4417-900C-5587A479F832}"/>
    <dgm:cxn modelId="{4FAE7FEB-0E94-4EFE-AB0C-04C5AA7DEEBE}" srcId="{20E81B19-2FD6-4A37-9BE3-3C7BAD451CF0}" destId="{CB9883ED-8E48-4C4F-998E-0C95E14464FE}" srcOrd="0" destOrd="0" parTransId="{8972F608-95EB-485C-97E2-9C0E241BCB48}" sibTransId="{C58F66E5-128B-4677-BE69-53A389F2215F}"/>
    <dgm:cxn modelId="{03E6F919-8A95-462C-B077-2102715B07A7}" type="presParOf" srcId="{7DB282A7-409A-4DB7-A94B-0E8E5099E54A}" destId="{423DF462-BFB9-4E75-9E9B-F75E3CBBA6D2}" srcOrd="0" destOrd="0" presId="urn:microsoft.com/office/officeart/2005/8/layout/hProcess7"/>
    <dgm:cxn modelId="{D2056EAD-40D2-4D6A-8686-40D5D122B7D5}" type="presParOf" srcId="{423DF462-BFB9-4E75-9E9B-F75E3CBBA6D2}" destId="{D2B42EBD-5E23-46CC-9AD5-3B0BAF0CDA05}" srcOrd="0" destOrd="0" presId="urn:microsoft.com/office/officeart/2005/8/layout/hProcess7"/>
    <dgm:cxn modelId="{2EED8DE4-76D5-4547-9FF9-29C0AAE9A22A}" type="presParOf" srcId="{423DF462-BFB9-4E75-9E9B-F75E3CBBA6D2}" destId="{E4060E30-A09A-476D-8B82-2A26E5B6261C}" srcOrd="1" destOrd="0" presId="urn:microsoft.com/office/officeart/2005/8/layout/hProcess7"/>
    <dgm:cxn modelId="{F776C71E-72EB-48B6-A05E-140DEF91C42A}" type="presParOf" srcId="{423DF462-BFB9-4E75-9E9B-F75E3CBBA6D2}" destId="{83B5D7B4-4A64-41EB-A736-900DC5CCF0A5}" srcOrd="2" destOrd="0" presId="urn:microsoft.com/office/officeart/2005/8/layout/hProcess7"/>
    <dgm:cxn modelId="{2982F36A-D2A0-4E48-AC98-D528046FCF25}" type="presParOf" srcId="{7DB282A7-409A-4DB7-A94B-0E8E5099E54A}" destId="{651DCD53-27EB-47B2-8F09-11823633DC2D}" srcOrd="1" destOrd="0" presId="urn:microsoft.com/office/officeart/2005/8/layout/hProcess7"/>
    <dgm:cxn modelId="{E8BC2E17-57A5-426F-949F-F840CEB9A3CB}" type="presParOf" srcId="{7DB282A7-409A-4DB7-A94B-0E8E5099E54A}" destId="{A8B4B205-2DD5-4583-ACFF-0EF84FD99103}" srcOrd="2" destOrd="0" presId="urn:microsoft.com/office/officeart/2005/8/layout/hProcess7"/>
    <dgm:cxn modelId="{09D0B2C1-0F84-4B89-9F55-251DA703F6B6}" type="presParOf" srcId="{A8B4B205-2DD5-4583-ACFF-0EF84FD99103}" destId="{B8A9C8BC-14B4-4274-BA79-A232F368A239}" srcOrd="0" destOrd="0" presId="urn:microsoft.com/office/officeart/2005/8/layout/hProcess7"/>
    <dgm:cxn modelId="{00D88885-F4D8-4061-B4BE-1643543D6135}" type="presParOf" srcId="{A8B4B205-2DD5-4583-ACFF-0EF84FD99103}" destId="{D62B5805-0CD3-4CA0-A8CB-B99D97BD604D}" srcOrd="1" destOrd="0" presId="urn:microsoft.com/office/officeart/2005/8/layout/hProcess7"/>
    <dgm:cxn modelId="{72DDD734-E064-4A03-8F53-17704CB99351}" type="presParOf" srcId="{A8B4B205-2DD5-4583-ACFF-0EF84FD99103}" destId="{3058C579-0636-4702-A9A6-B7558156C3C0}" srcOrd="2" destOrd="0" presId="urn:microsoft.com/office/officeart/2005/8/layout/hProcess7"/>
    <dgm:cxn modelId="{452E6275-05D7-4259-9E28-95E42FE82062}" type="presParOf" srcId="{7DB282A7-409A-4DB7-A94B-0E8E5099E54A}" destId="{D3A3BA69-3306-44B7-B1F9-A8CA2CD8C3BA}" srcOrd="3" destOrd="0" presId="urn:microsoft.com/office/officeart/2005/8/layout/hProcess7"/>
    <dgm:cxn modelId="{8DB95642-D9F0-4703-BEBC-E325B5DE356B}" type="presParOf" srcId="{7DB282A7-409A-4DB7-A94B-0E8E5099E54A}" destId="{E4581A1E-01E3-4013-B2B7-2AF88C0AEF6E}" srcOrd="4" destOrd="0" presId="urn:microsoft.com/office/officeart/2005/8/layout/hProcess7"/>
    <dgm:cxn modelId="{5778318B-7F42-48C0-99FF-26AF8A0240AC}" type="presParOf" srcId="{E4581A1E-01E3-4013-B2B7-2AF88C0AEF6E}" destId="{D217C776-FD38-42DD-9CDF-7AC146A50515}" srcOrd="0" destOrd="0" presId="urn:microsoft.com/office/officeart/2005/8/layout/hProcess7"/>
    <dgm:cxn modelId="{F3F72C88-FB3B-4C35-8E74-420BF0C8F56E}" type="presParOf" srcId="{E4581A1E-01E3-4013-B2B7-2AF88C0AEF6E}" destId="{136493AF-CCB8-4B8E-B139-99A6D8C71A96}" srcOrd="1" destOrd="0" presId="urn:microsoft.com/office/officeart/2005/8/layout/hProcess7"/>
    <dgm:cxn modelId="{BEF006C8-D0CF-43D0-B6DE-ED5382542AEE}" type="presParOf" srcId="{E4581A1E-01E3-4013-B2B7-2AF88C0AEF6E}" destId="{35D2CD16-A16E-4D36-BBA5-AF18E33CE82C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95CBB1-21A1-483E-A2DC-9B807D618CDE}" type="doc">
      <dgm:prSet loTypeId="urn:microsoft.com/office/officeart/2005/8/layout/b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0C28F1B4-4BC8-40BF-99F4-58E8590CF271}">
      <dgm:prSet/>
      <dgm:spPr/>
      <dgm:t>
        <a:bodyPr/>
        <a:lstStyle/>
        <a:p>
          <a:r>
            <a:rPr lang="es-MX" dirty="0"/>
            <a:t>Cambiar al modo inserción: </a:t>
          </a:r>
          <a:endParaRPr lang="es-CL" dirty="0"/>
        </a:p>
      </dgm:t>
    </dgm:pt>
    <dgm:pt modelId="{5FFDBEC8-19EA-46ED-84AF-74BAE6C989EF}" type="parTrans" cxnId="{EE097740-3B49-4692-9892-CA720562FEF0}">
      <dgm:prSet/>
      <dgm:spPr/>
      <dgm:t>
        <a:bodyPr/>
        <a:lstStyle/>
        <a:p>
          <a:endParaRPr lang="es-CL"/>
        </a:p>
      </dgm:t>
    </dgm:pt>
    <dgm:pt modelId="{F600A742-249D-49AD-B5E1-C79FB5DBB6E7}" type="sibTrans" cxnId="{EE097740-3B49-4692-9892-CA720562FEF0}">
      <dgm:prSet/>
      <dgm:spPr/>
      <dgm:t>
        <a:bodyPr/>
        <a:lstStyle/>
        <a:p>
          <a:endParaRPr lang="es-CL"/>
        </a:p>
      </dgm:t>
    </dgm:pt>
    <dgm:pt modelId="{AB4C97AD-A59C-4D3F-BA68-8C30D57FCA51}">
      <dgm:prSet/>
      <dgm:spPr/>
      <dgm:t>
        <a:bodyPr/>
        <a:lstStyle/>
        <a:p>
          <a:r>
            <a:rPr lang="es-MX" dirty="0"/>
            <a:t>i → Insertar antes del cursor</a:t>
          </a:r>
          <a:endParaRPr lang="es-CL" dirty="0"/>
        </a:p>
      </dgm:t>
    </dgm:pt>
    <dgm:pt modelId="{D5F467B9-4D83-4080-BEE3-1CF4A5E2CDE8}" type="parTrans" cxnId="{F837B6B2-2574-481D-946C-95535370F36D}">
      <dgm:prSet/>
      <dgm:spPr/>
      <dgm:t>
        <a:bodyPr/>
        <a:lstStyle/>
        <a:p>
          <a:endParaRPr lang="es-CL"/>
        </a:p>
      </dgm:t>
    </dgm:pt>
    <dgm:pt modelId="{16FB697B-15AC-4324-B31D-98CD4D8333D6}" type="sibTrans" cxnId="{F837B6B2-2574-481D-946C-95535370F36D}">
      <dgm:prSet/>
      <dgm:spPr/>
      <dgm:t>
        <a:bodyPr/>
        <a:lstStyle/>
        <a:p>
          <a:endParaRPr lang="es-CL"/>
        </a:p>
      </dgm:t>
    </dgm:pt>
    <dgm:pt modelId="{BF279BF2-76E7-4685-BB7A-E6DAD5D19C5F}">
      <dgm:prSet/>
      <dgm:spPr/>
      <dgm:t>
        <a:bodyPr/>
        <a:lstStyle/>
        <a:p>
          <a:r>
            <a:rPr lang="es-MX" dirty="0"/>
            <a:t>a → Insertar después del cursor</a:t>
          </a:r>
          <a:endParaRPr lang="es-CL" dirty="0"/>
        </a:p>
      </dgm:t>
    </dgm:pt>
    <dgm:pt modelId="{5FA8681B-DC4B-4DA6-82E1-D56AEF149BD4}" type="parTrans" cxnId="{C4E139AC-FA4E-45DA-9CF7-0944D8525C7F}">
      <dgm:prSet/>
      <dgm:spPr/>
      <dgm:t>
        <a:bodyPr/>
        <a:lstStyle/>
        <a:p>
          <a:endParaRPr lang="es-CL"/>
        </a:p>
      </dgm:t>
    </dgm:pt>
    <dgm:pt modelId="{5D96F2A7-3F8F-45DB-849D-A10C1D1E3567}" type="sibTrans" cxnId="{C4E139AC-FA4E-45DA-9CF7-0944D8525C7F}">
      <dgm:prSet/>
      <dgm:spPr/>
      <dgm:t>
        <a:bodyPr/>
        <a:lstStyle/>
        <a:p>
          <a:endParaRPr lang="es-CL"/>
        </a:p>
      </dgm:t>
    </dgm:pt>
    <dgm:pt modelId="{60F8DEBE-95C1-46B1-884B-5EDC81496185}">
      <dgm:prSet/>
      <dgm:spPr/>
      <dgm:t>
        <a:bodyPr/>
        <a:lstStyle/>
        <a:p>
          <a:r>
            <a:rPr lang="es-MX" dirty="0"/>
            <a:t>o → Nueva línea debajo</a:t>
          </a:r>
          <a:endParaRPr lang="es-CL" dirty="0"/>
        </a:p>
      </dgm:t>
    </dgm:pt>
    <dgm:pt modelId="{896C0C5D-57AB-4E5B-83A4-5C807591B78A}" type="parTrans" cxnId="{E6E2E0DA-C543-4182-8DAA-25B5E95BC8DF}">
      <dgm:prSet/>
      <dgm:spPr/>
      <dgm:t>
        <a:bodyPr/>
        <a:lstStyle/>
        <a:p>
          <a:endParaRPr lang="es-CL"/>
        </a:p>
      </dgm:t>
    </dgm:pt>
    <dgm:pt modelId="{FCF3FAB3-A18F-450D-A5B2-A605265FD989}" type="sibTrans" cxnId="{E6E2E0DA-C543-4182-8DAA-25B5E95BC8DF}">
      <dgm:prSet/>
      <dgm:spPr/>
      <dgm:t>
        <a:bodyPr/>
        <a:lstStyle/>
        <a:p>
          <a:endParaRPr lang="es-CL"/>
        </a:p>
      </dgm:t>
    </dgm:pt>
    <dgm:pt modelId="{4B339AFA-38E0-480A-9EFA-6D6CE9E58BE6}">
      <dgm:prSet/>
      <dgm:spPr/>
      <dgm:t>
        <a:bodyPr/>
        <a:lstStyle/>
        <a:p>
          <a:r>
            <a:rPr lang="es-MX"/>
            <a:t>Volver al modo normal</a:t>
          </a:r>
          <a:endParaRPr lang="es-CL"/>
        </a:p>
      </dgm:t>
    </dgm:pt>
    <dgm:pt modelId="{80D307DC-1AB5-4152-B73F-A26FAF4437B1}" type="parTrans" cxnId="{F6D143EB-3791-40C1-A413-37621483BF12}">
      <dgm:prSet/>
      <dgm:spPr/>
      <dgm:t>
        <a:bodyPr/>
        <a:lstStyle/>
        <a:p>
          <a:endParaRPr lang="es-CL"/>
        </a:p>
      </dgm:t>
    </dgm:pt>
    <dgm:pt modelId="{11FD5263-C052-4CA2-A656-BAFD5178EAE1}" type="sibTrans" cxnId="{F6D143EB-3791-40C1-A413-37621483BF12}">
      <dgm:prSet/>
      <dgm:spPr/>
      <dgm:t>
        <a:bodyPr/>
        <a:lstStyle/>
        <a:p>
          <a:endParaRPr lang="es-CL"/>
        </a:p>
      </dgm:t>
    </dgm:pt>
    <dgm:pt modelId="{771A89EF-EB1E-4C69-A704-941000C0D6E5}">
      <dgm:prSet/>
      <dgm:spPr/>
      <dgm:t>
        <a:bodyPr/>
        <a:lstStyle/>
        <a:p>
          <a:r>
            <a:rPr lang="es-MX" dirty="0"/>
            <a:t>Presiona </a:t>
          </a:r>
          <a:r>
            <a:rPr lang="es-MX" dirty="0" err="1"/>
            <a:t>Esc</a:t>
          </a:r>
          <a:endParaRPr lang="es-CL" dirty="0"/>
        </a:p>
      </dgm:t>
    </dgm:pt>
    <dgm:pt modelId="{1393017E-F643-4829-8930-09F90197C8A8}" type="parTrans" cxnId="{DBC2A01F-B4E4-43D2-95A3-CA5F556DA4EB}">
      <dgm:prSet/>
      <dgm:spPr/>
      <dgm:t>
        <a:bodyPr/>
        <a:lstStyle/>
        <a:p>
          <a:endParaRPr lang="es-CL"/>
        </a:p>
      </dgm:t>
    </dgm:pt>
    <dgm:pt modelId="{FBC36E5F-0A1E-4172-9690-70676E81EAA3}" type="sibTrans" cxnId="{DBC2A01F-B4E4-43D2-95A3-CA5F556DA4EB}">
      <dgm:prSet/>
      <dgm:spPr/>
      <dgm:t>
        <a:bodyPr/>
        <a:lstStyle/>
        <a:p>
          <a:endParaRPr lang="es-CL"/>
        </a:p>
      </dgm:t>
    </dgm:pt>
    <dgm:pt modelId="{BE6000FB-1FAA-408A-BD8C-27F3C5E973A5}">
      <dgm:prSet/>
      <dgm:spPr/>
      <dgm:t>
        <a:bodyPr/>
        <a:lstStyle/>
        <a:p>
          <a:r>
            <a:rPr lang="es-MX" dirty="0"/>
            <a:t>Guardar y salir</a:t>
          </a:r>
          <a:endParaRPr lang="es-CL" dirty="0"/>
        </a:p>
      </dgm:t>
    </dgm:pt>
    <dgm:pt modelId="{07BCB822-0A26-48EF-AF96-D5351863D6A0}" type="parTrans" cxnId="{26BA704F-BF1A-4E40-9F59-4D740435F1F2}">
      <dgm:prSet/>
      <dgm:spPr/>
      <dgm:t>
        <a:bodyPr/>
        <a:lstStyle/>
        <a:p>
          <a:endParaRPr lang="es-CL"/>
        </a:p>
      </dgm:t>
    </dgm:pt>
    <dgm:pt modelId="{B2565BD7-0BF9-466C-8F8D-0E84FA979DEB}" type="sibTrans" cxnId="{26BA704F-BF1A-4E40-9F59-4D740435F1F2}">
      <dgm:prSet/>
      <dgm:spPr/>
      <dgm:t>
        <a:bodyPr/>
        <a:lstStyle/>
        <a:p>
          <a:endParaRPr lang="es-CL"/>
        </a:p>
      </dgm:t>
    </dgm:pt>
    <dgm:pt modelId="{3921DBDB-4561-4834-8C5D-642C695D49B1}">
      <dgm:prSet/>
      <dgm:spPr/>
      <dgm:t>
        <a:bodyPr/>
        <a:lstStyle/>
        <a:p>
          <a:r>
            <a:rPr lang="es-MX" dirty="0"/>
            <a:t>:w → Guardar</a:t>
          </a:r>
          <a:endParaRPr lang="es-CL" dirty="0"/>
        </a:p>
      </dgm:t>
    </dgm:pt>
    <dgm:pt modelId="{6AA23FF2-7DA3-4363-AC01-E666E569AF66}" type="parTrans" cxnId="{26B24EB2-BEB1-4237-92FC-9F78138061C2}">
      <dgm:prSet/>
      <dgm:spPr/>
      <dgm:t>
        <a:bodyPr/>
        <a:lstStyle/>
        <a:p>
          <a:endParaRPr lang="es-CL"/>
        </a:p>
      </dgm:t>
    </dgm:pt>
    <dgm:pt modelId="{E120F8E9-4B84-44FA-9432-8A2D3D9F0FD9}" type="sibTrans" cxnId="{26B24EB2-BEB1-4237-92FC-9F78138061C2}">
      <dgm:prSet/>
      <dgm:spPr/>
      <dgm:t>
        <a:bodyPr/>
        <a:lstStyle/>
        <a:p>
          <a:endParaRPr lang="es-CL"/>
        </a:p>
      </dgm:t>
    </dgm:pt>
    <dgm:pt modelId="{1910DD46-B738-43C8-B2B3-3C15B7F6690A}">
      <dgm:prSet/>
      <dgm:spPr/>
      <dgm:t>
        <a:bodyPr/>
        <a:lstStyle/>
        <a:p>
          <a:r>
            <a:rPr lang="es-MX" dirty="0"/>
            <a:t>:q → Salir</a:t>
          </a:r>
          <a:endParaRPr lang="es-CL" dirty="0"/>
        </a:p>
      </dgm:t>
    </dgm:pt>
    <dgm:pt modelId="{D8E7D5F8-ADFF-4FC0-8932-8723B5EE8EB1}" type="parTrans" cxnId="{E28C848F-678D-4252-9F18-A29B57D3F07A}">
      <dgm:prSet/>
      <dgm:spPr/>
      <dgm:t>
        <a:bodyPr/>
        <a:lstStyle/>
        <a:p>
          <a:endParaRPr lang="es-CL"/>
        </a:p>
      </dgm:t>
    </dgm:pt>
    <dgm:pt modelId="{78455DAF-54A9-48BC-8768-0C635C7BDDDA}" type="sibTrans" cxnId="{E28C848F-678D-4252-9F18-A29B57D3F07A}">
      <dgm:prSet/>
      <dgm:spPr/>
      <dgm:t>
        <a:bodyPr/>
        <a:lstStyle/>
        <a:p>
          <a:endParaRPr lang="es-CL"/>
        </a:p>
      </dgm:t>
    </dgm:pt>
    <dgm:pt modelId="{01ECD475-5E2D-472A-BA11-7A6596C97C96}">
      <dgm:prSet/>
      <dgm:spPr/>
      <dgm:t>
        <a:bodyPr/>
        <a:lstStyle/>
        <a:p>
          <a:r>
            <a:rPr lang="es-MX" dirty="0"/>
            <a:t>:</a:t>
          </a:r>
          <a:r>
            <a:rPr lang="es-MX" dirty="0" err="1"/>
            <a:t>wq</a:t>
          </a:r>
          <a:r>
            <a:rPr lang="es-MX" dirty="0"/>
            <a:t>  → Guardar y salir</a:t>
          </a:r>
          <a:endParaRPr lang="es-CL" dirty="0"/>
        </a:p>
      </dgm:t>
    </dgm:pt>
    <dgm:pt modelId="{755BB816-6F66-4CC0-89DE-C05C991FC2DF}" type="parTrans" cxnId="{2CEC1E55-EC1D-42B5-8954-0C8C5FD3038C}">
      <dgm:prSet/>
      <dgm:spPr/>
      <dgm:t>
        <a:bodyPr/>
        <a:lstStyle/>
        <a:p>
          <a:endParaRPr lang="es-CL"/>
        </a:p>
      </dgm:t>
    </dgm:pt>
    <dgm:pt modelId="{F8576F22-6520-4366-9F6D-6B6499F07F6A}" type="sibTrans" cxnId="{2CEC1E55-EC1D-42B5-8954-0C8C5FD3038C}">
      <dgm:prSet/>
      <dgm:spPr/>
      <dgm:t>
        <a:bodyPr/>
        <a:lstStyle/>
        <a:p>
          <a:endParaRPr lang="es-CL"/>
        </a:p>
      </dgm:t>
    </dgm:pt>
    <dgm:pt modelId="{373AD8D7-689C-42ED-BBDC-FBBF8C45ED71}">
      <dgm:prSet/>
      <dgm:spPr/>
      <dgm:t>
        <a:bodyPr/>
        <a:lstStyle/>
        <a:p>
          <a:r>
            <a:rPr lang="es-MX" dirty="0"/>
            <a:t>:q! → Salir sin guardar</a:t>
          </a:r>
          <a:endParaRPr lang="es-CL" dirty="0"/>
        </a:p>
      </dgm:t>
    </dgm:pt>
    <dgm:pt modelId="{157CF1CB-DE34-4634-AE60-755DAB85550E}" type="parTrans" cxnId="{8891A185-3FF9-4C35-ADC0-993C9C32AF45}">
      <dgm:prSet/>
      <dgm:spPr/>
      <dgm:t>
        <a:bodyPr/>
        <a:lstStyle/>
        <a:p>
          <a:endParaRPr lang="es-CL"/>
        </a:p>
      </dgm:t>
    </dgm:pt>
    <dgm:pt modelId="{8EA1B509-C143-4AAC-98B9-69DAF1B7B389}" type="sibTrans" cxnId="{8891A185-3FF9-4C35-ADC0-993C9C32AF45}">
      <dgm:prSet/>
      <dgm:spPr/>
      <dgm:t>
        <a:bodyPr/>
        <a:lstStyle/>
        <a:p>
          <a:endParaRPr lang="es-CL"/>
        </a:p>
      </dgm:t>
    </dgm:pt>
    <dgm:pt modelId="{CD7B07BF-72DD-474C-A8E8-E88BB2C7B5E5}" type="pres">
      <dgm:prSet presAssocID="{B695CBB1-21A1-483E-A2DC-9B807D618CDE}" presName="diagram" presStyleCnt="0">
        <dgm:presLayoutVars>
          <dgm:dir/>
          <dgm:animLvl val="lvl"/>
          <dgm:resizeHandles val="exact"/>
        </dgm:presLayoutVars>
      </dgm:prSet>
      <dgm:spPr/>
    </dgm:pt>
    <dgm:pt modelId="{7A6B8B09-BF05-4B42-B339-9B1BE474E40B}" type="pres">
      <dgm:prSet presAssocID="{0C28F1B4-4BC8-40BF-99F4-58E8590CF271}" presName="compNode" presStyleCnt="0"/>
      <dgm:spPr/>
    </dgm:pt>
    <dgm:pt modelId="{B9359954-81B1-4CFA-B1D6-07133A2620A7}" type="pres">
      <dgm:prSet presAssocID="{0C28F1B4-4BC8-40BF-99F4-58E8590CF271}" presName="childRect" presStyleLbl="bgAcc1" presStyleIdx="0" presStyleCnt="3">
        <dgm:presLayoutVars>
          <dgm:bulletEnabled val="1"/>
        </dgm:presLayoutVars>
      </dgm:prSet>
      <dgm:spPr/>
    </dgm:pt>
    <dgm:pt modelId="{0A488EE9-67F4-4460-8864-502BFCDA2E0F}" type="pres">
      <dgm:prSet presAssocID="{0C28F1B4-4BC8-40BF-99F4-58E8590CF27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FB0A8EB-05E6-4810-A230-62C0070159C9}" type="pres">
      <dgm:prSet presAssocID="{0C28F1B4-4BC8-40BF-99F4-58E8590CF271}" presName="parentRect" presStyleLbl="alignNode1" presStyleIdx="0" presStyleCnt="3"/>
      <dgm:spPr/>
    </dgm:pt>
    <dgm:pt modelId="{5B59A44C-F70D-4F7C-B321-DE621455467F}" type="pres">
      <dgm:prSet presAssocID="{0C28F1B4-4BC8-40BF-99F4-58E8590CF271}" presName="adorn" presStyleLbl="fgAccFollow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Down con relleno sólido"/>
        </a:ext>
      </dgm:extLst>
    </dgm:pt>
    <dgm:pt modelId="{FC0E87FE-48DE-491B-81BA-C1F224CF0D9F}" type="pres">
      <dgm:prSet presAssocID="{F600A742-249D-49AD-B5E1-C79FB5DBB6E7}" presName="sibTrans" presStyleLbl="sibTrans2D1" presStyleIdx="0" presStyleCnt="0"/>
      <dgm:spPr/>
    </dgm:pt>
    <dgm:pt modelId="{D203D11C-CA08-4145-A546-15649AAF02E8}" type="pres">
      <dgm:prSet presAssocID="{4B339AFA-38E0-480A-9EFA-6D6CE9E58BE6}" presName="compNode" presStyleCnt="0"/>
      <dgm:spPr/>
    </dgm:pt>
    <dgm:pt modelId="{6C05E6C9-B5A4-4BE5-9E7E-9B275AEAEC7E}" type="pres">
      <dgm:prSet presAssocID="{4B339AFA-38E0-480A-9EFA-6D6CE9E58BE6}" presName="childRect" presStyleLbl="bgAcc1" presStyleIdx="1" presStyleCnt="3">
        <dgm:presLayoutVars>
          <dgm:bulletEnabled val="1"/>
        </dgm:presLayoutVars>
      </dgm:prSet>
      <dgm:spPr/>
    </dgm:pt>
    <dgm:pt modelId="{BB6F7779-64D6-4687-90A2-789C8050D5A5}" type="pres">
      <dgm:prSet presAssocID="{4B339AFA-38E0-480A-9EFA-6D6CE9E58BE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ED3D455-EE88-4E9B-B78B-B1AFA68442AC}" type="pres">
      <dgm:prSet presAssocID="{4B339AFA-38E0-480A-9EFA-6D6CE9E58BE6}" presName="parentRect" presStyleLbl="alignNode1" presStyleIdx="1" presStyleCnt="3"/>
      <dgm:spPr/>
    </dgm:pt>
    <dgm:pt modelId="{C697DF5C-29CD-497A-93C2-659856CE3A98}" type="pres">
      <dgm:prSet presAssocID="{4B339AFA-38E0-480A-9EFA-6D6CE9E58BE6}" presName="adorn" presStyleLbl="fgAccFollow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Down con relleno sólido"/>
        </a:ext>
      </dgm:extLst>
    </dgm:pt>
    <dgm:pt modelId="{EE37C1DD-A466-41A7-8512-A59F792796E9}" type="pres">
      <dgm:prSet presAssocID="{11FD5263-C052-4CA2-A656-BAFD5178EAE1}" presName="sibTrans" presStyleLbl="sibTrans2D1" presStyleIdx="0" presStyleCnt="0"/>
      <dgm:spPr/>
    </dgm:pt>
    <dgm:pt modelId="{581C1927-233C-4F77-A583-AC6CBCB5211B}" type="pres">
      <dgm:prSet presAssocID="{BE6000FB-1FAA-408A-BD8C-27F3C5E973A5}" presName="compNode" presStyleCnt="0"/>
      <dgm:spPr/>
    </dgm:pt>
    <dgm:pt modelId="{D3C360C4-7654-4BDA-BFAF-E23BE80BED4D}" type="pres">
      <dgm:prSet presAssocID="{BE6000FB-1FAA-408A-BD8C-27F3C5E973A5}" presName="childRect" presStyleLbl="bgAcc1" presStyleIdx="2" presStyleCnt="3">
        <dgm:presLayoutVars>
          <dgm:bulletEnabled val="1"/>
        </dgm:presLayoutVars>
      </dgm:prSet>
      <dgm:spPr/>
    </dgm:pt>
    <dgm:pt modelId="{E235F4D6-682F-488E-8E94-ABFE63D9B2F5}" type="pres">
      <dgm:prSet presAssocID="{BE6000FB-1FAA-408A-BD8C-27F3C5E973A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AA48DCC-2B6C-494F-8EBF-6D2A6D79497B}" type="pres">
      <dgm:prSet presAssocID="{BE6000FB-1FAA-408A-BD8C-27F3C5E973A5}" presName="parentRect" presStyleLbl="alignNode1" presStyleIdx="2" presStyleCnt="3"/>
      <dgm:spPr/>
    </dgm:pt>
    <dgm:pt modelId="{1D1E1892-6CC2-4631-95B2-3795590A45DD}" type="pres">
      <dgm:prSet presAssocID="{BE6000FB-1FAA-408A-BD8C-27F3C5E973A5}" presName="adorn" presStyleLbl="fgAccFollow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 con relleno sólido"/>
        </a:ext>
      </dgm:extLst>
    </dgm:pt>
  </dgm:ptLst>
  <dgm:cxnLst>
    <dgm:cxn modelId="{C1FF2212-0EDD-4F0F-9D25-89E2F5D728FE}" type="presOf" srcId="{3921DBDB-4561-4834-8C5D-642C695D49B1}" destId="{D3C360C4-7654-4BDA-BFAF-E23BE80BED4D}" srcOrd="0" destOrd="0" presId="urn:microsoft.com/office/officeart/2005/8/layout/bList2"/>
    <dgm:cxn modelId="{DBC2A01F-B4E4-43D2-95A3-CA5F556DA4EB}" srcId="{4B339AFA-38E0-480A-9EFA-6D6CE9E58BE6}" destId="{771A89EF-EB1E-4C69-A704-941000C0D6E5}" srcOrd="0" destOrd="0" parTransId="{1393017E-F643-4829-8930-09F90197C8A8}" sibTransId="{FBC36E5F-0A1E-4172-9690-70676E81EAA3}"/>
    <dgm:cxn modelId="{8AEF852D-1544-4D6E-9001-75258545C140}" type="presOf" srcId="{11FD5263-C052-4CA2-A656-BAFD5178EAE1}" destId="{EE37C1DD-A466-41A7-8512-A59F792796E9}" srcOrd="0" destOrd="0" presId="urn:microsoft.com/office/officeart/2005/8/layout/bList2"/>
    <dgm:cxn modelId="{EE097740-3B49-4692-9892-CA720562FEF0}" srcId="{B695CBB1-21A1-483E-A2DC-9B807D618CDE}" destId="{0C28F1B4-4BC8-40BF-99F4-58E8590CF271}" srcOrd="0" destOrd="0" parTransId="{5FFDBEC8-19EA-46ED-84AF-74BAE6C989EF}" sibTransId="{F600A742-249D-49AD-B5E1-C79FB5DBB6E7}"/>
    <dgm:cxn modelId="{BC5E2E5C-B74E-445A-91E0-6CD6F83448BB}" type="presOf" srcId="{AB4C97AD-A59C-4D3F-BA68-8C30D57FCA51}" destId="{B9359954-81B1-4CFA-B1D6-07133A2620A7}" srcOrd="0" destOrd="0" presId="urn:microsoft.com/office/officeart/2005/8/layout/bList2"/>
    <dgm:cxn modelId="{433ABB5F-7D34-4B94-B646-1FA8F85BDF53}" type="presOf" srcId="{01ECD475-5E2D-472A-BA11-7A6596C97C96}" destId="{D3C360C4-7654-4BDA-BFAF-E23BE80BED4D}" srcOrd="0" destOrd="2" presId="urn:microsoft.com/office/officeart/2005/8/layout/bList2"/>
    <dgm:cxn modelId="{60905A63-1916-4E96-AFBF-11E60154B9A2}" type="presOf" srcId="{4B339AFA-38E0-480A-9EFA-6D6CE9E58BE6}" destId="{5ED3D455-EE88-4E9B-B78B-B1AFA68442AC}" srcOrd="1" destOrd="0" presId="urn:microsoft.com/office/officeart/2005/8/layout/bList2"/>
    <dgm:cxn modelId="{26BA704F-BF1A-4E40-9F59-4D740435F1F2}" srcId="{B695CBB1-21A1-483E-A2DC-9B807D618CDE}" destId="{BE6000FB-1FAA-408A-BD8C-27F3C5E973A5}" srcOrd="2" destOrd="0" parTransId="{07BCB822-0A26-48EF-AF96-D5351863D6A0}" sibTransId="{B2565BD7-0BF9-466C-8F8D-0E84FA979DEB}"/>
    <dgm:cxn modelId="{2CEC1E55-EC1D-42B5-8954-0C8C5FD3038C}" srcId="{BE6000FB-1FAA-408A-BD8C-27F3C5E973A5}" destId="{01ECD475-5E2D-472A-BA11-7A6596C97C96}" srcOrd="2" destOrd="0" parTransId="{755BB816-6F66-4CC0-89DE-C05C991FC2DF}" sibTransId="{F8576F22-6520-4366-9F6D-6B6499F07F6A}"/>
    <dgm:cxn modelId="{6CA9E659-954E-4933-A603-1CC535E4BB44}" type="presOf" srcId="{1910DD46-B738-43C8-B2B3-3C15B7F6690A}" destId="{D3C360C4-7654-4BDA-BFAF-E23BE80BED4D}" srcOrd="0" destOrd="1" presId="urn:microsoft.com/office/officeart/2005/8/layout/bList2"/>
    <dgm:cxn modelId="{8891A185-3FF9-4C35-ADC0-993C9C32AF45}" srcId="{BE6000FB-1FAA-408A-BD8C-27F3C5E973A5}" destId="{373AD8D7-689C-42ED-BBDC-FBBF8C45ED71}" srcOrd="3" destOrd="0" parTransId="{157CF1CB-DE34-4634-AE60-755DAB85550E}" sibTransId="{8EA1B509-C143-4AAC-98B9-69DAF1B7B389}"/>
    <dgm:cxn modelId="{E28C848F-678D-4252-9F18-A29B57D3F07A}" srcId="{BE6000FB-1FAA-408A-BD8C-27F3C5E973A5}" destId="{1910DD46-B738-43C8-B2B3-3C15B7F6690A}" srcOrd="1" destOrd="0" parTransId="{D8E7D5F8-ADFF-4FC0-8932-8723B5EE8EB1}" sibTransId="{78455DAF-54A9-48BC-8768-0C635C7BDDDA}"/>
    <dgm:cxn modelId="{1B154C96-DC3D-455D-809D-16374C2CF460}" type="presOf" srcId="{4B339AFA-38E0-480A-9EFA-6D6CE9E58BE6}" destId="{BB6F7779-64D6-4687-90A2-789C8050D5A5}" srcOrd="0" destOrd="0" presId="urn:microsoft.com/office/officeart/2005/8/layout/bList2"/>
    <dgm:cxn modelId="{0C6EFCA0-B354-44DB-A674-75B0A9725044}" type="presOf" srcId="{771A89EF-EB1E-4C69-A704-941000C0D6E5}" destId="{6C05E6C9-B5A4-4BE5-9E7E-9B275AEAEC7E}" srcOrd="0" destOrd="0" presId="urn:microsoft.com/office/officeart/2005/8/layout/bList2"/>
    <dgm:cxn modelId="{C4E139AC-FA4E-45DA-9CF7-0944D8525C7F}" srcId="{0C28F1B4-4BC8-40BF-99F4-58E8590CF271}" destId="{BF279BF2-76E7-4685-BB7A-E6DAD5D19C5F}" srcOrd="1" destOrd="0" parTransId="{5FA8681B-DC4B-4DA6-82E1-D56AEF149BD4}" sibTransId="{5D96F2A7-3F8F-45DB-849D-A10C1D1E3567}"/>
    <dgm:cxn modelId="{26B24EB2-BEB1-4237-92FC-9F78138061C2}" srcId="{BE6000FB-1FAA-408A-BD8C-27F3C5E973A5}" destId="{3921DBDB-4561-4834-8C5D-642C695D49B1}" srcOrd="0" destOrd="0" parTransId="{6AA23FF2-7DA3-4363-AC01-E666E569AF66}" sibTransId="{E120F8E9-4B84-44FA-9432-8A2D3D9F0FD9}"/>
    <dgm:cxn modelId="{F837B6B2-2574-481D-946C-95535370F36D}" srcId="{0C28F1B4-4BC8-40BF-99F4-58E8590CF271}" destId="{AB4C97AD-A59C-4D3F-BA68-8C30D57FCA51}" srcOrd="0" destOrd="0" parTransId="{D5F467B9-4D83-4080-BEE3-1CF4A5E2CDE8}" sibTransId="{16FB697B-15AC-4324-B31D-98CD4D8333D6}"/>
    <dgm:cxn modelId="{0568E1BB-3FA2-4C22-B450-A0AC536EE9F2}" type="presOf" srcId="{B695CBB1-21A1-483E-A2DC-9B807D618CDE}" destId="{CD7B07BF-72DD-474C-A8E8-E88BB2C7B5E5}" srcOrd="0" destOrd="0" presId="urn:microsoft.com/office/officeart/2005/8/layout/bList2"/>
    <dgm:cxn modelId="{8B085ECC-D902-40C8-BCFC-C8B5D612EEB3}" type="presOf" srcId="{BE6000FB-1FAA-408A-BD8C-27F3C5E973A5}" destId="{EAA48DCC-2B6C-494F-8EBF-6D2A6D79497B}" srcOrd="1" destOrd="0" presId="urn:microsoft.com/office/officeart/2005/8/layout/bList2"/>
    <dgm:cxn modelId="{07194ECE-55F2-4740-A67B-E55B56D800EA}" type="presOf" srcId="{0C28F1B4-4BC8-40BF-99F4-58E8590CF271}" destId="{1FB0A8EB-05E6-4810-A230-62C0070159C9}" srcOrd="1" destOrd="0" presId="urn:microsoft.com/office/officeart/2005/8/layout/bList2"/>
    <dgm:cxn modelId="{E6E2E0DA-C543-4182-8DAA-25B5E95BC8DF}" srcId="{0C28F1B4-4BC8-40BF-99F4-58E8590CF271}" destId="{60F8DEBE-95C1-46B1-884B-5EDC81496185}" srcOrd="2" destOrd="0" parTransId="{896C0C5D-57AB-4E5B-83A4-5C807591B78A}" sibTransId="{FCF3FAB3-A18F-450D-A5B2-A605265FD989}"/>
    <dgm:cxn modelId="{C6136EE3-00F3-46C6-88E2-D35313A994B4}" type="presOf" srcId="{373AD8D7-689C-42ED-BBDC-FBBF8C45ED71}" destId="{D3C360C4-7654-4BDA-BFAF-E23BE80BED4D}" srcOrd="0" destOrd="3" presId="urn:microsoft.com/office/officeart/2005/8/layout/bList2"/>
    <dgm:cxn modelId="{484AE6E5-43C2-4774-9C18-EFDE2C91B3C7}" type="presOf" srcId="{0C28F1B4-4BC8-40BF-99F4-58E8590CF271}" destId="{0A488EE9-67F4-4460-8864-502BFCDA2E0F}" srcOrd="0" destOrd="0" presId="urn:microsoft.com/office/officeart/2005/8/layout/bList2"/>
    <dgm:cxn modelId="{3BE922E7-4A9E-4612-BB86-ED951505CEC7}" type="presOf" srcId="{BE6000FB-1FAA-408A-BD8C-27F3C5E973A5}" destId="{E235F4D6-682F-488E-8E94-ABFE63D9B2F5}" srcOrd="0" destOrd="0" presId="urn:microsoft.com/office/officeart/2005/8/layout/bList2"/>
    <dgm:cxn modelId="{F6D143EB-3791-40C1-A413-37621483BF12}" srcId="{B695CBB1-21A1-483E-A2DC-9B807D618CDE}" destId="{4B339AFA-38E0-480A-9EFA-6D6CE9E58BE6}" srcOrd="1" destOrd="0" parTransId="{80D307DC-1AB5-4152-B73F-A26FAF4437B1}" sibTransId="{11FD5263-C052-4CA2-A656-BAFD5178EAE1}"/>
    <dgm:cxn modelId="{DBEB44EC-3BCD-4ACE-A595-965538EC0A7B}" type="presOf" srcId="{BF279BF2-76E7-4685-BB7A-E6DAD5D19C5F}" destId="{B9359954-81B1-4CFA-B1D6-07133A2620A7}" srcOrd="0" destOrd="1" presId="urn:microsoft.com/office/officeart/2005/8/layout/bList2"/>
    <dgm:cxn modelId="{9AB81CEF-2AD1-4492-B9FA-4B33B43DAF71}" type="presOf" srcId="{60F8DEBE-95C1-46B1-884B-5EDC81496185}" destId="{B9359954-81B1-4CFA-B1D6-07133A2620A7}" srcOrd="0" destOrd="2" presId="urn:microsoft.com/office/officeart/2005/8/layout/bList2"/>
    <dgm:cxn modelId="{6B0A79F9-6E85-4D23-B25A-8540BD4D6FC1}" type="presOf" srcId="{F600A742-249D-49AD-B5E1-C79FB5DBB6E7}" destId="{FC0E87FE-48DE-491B-81BA-C1F224CF0D9F}" srcOrd="0" destOrd="0" presId="urn:microsoft.com/office/officeart/2005/8/layout/bList2"/>
    <dgm:cxn modelId="{06FD93DC-35C1-4B7F-8063-4E24FDC11C3E}" type="presParOf" srcId="{CD7B07BF-72DD-474C-A8E8-E88BB2C7B5E5}" destId="{7A6B8B09-BF05-4B42-B339-9B1BE474E40B}" srcOrd="0" destOrd="0" presId="urn:microsoft.com/office/officeart/2005/8/layout/bList2"/>
    <dgm:cxn modelId="{02C8E6DC-646D-4DCB-878E-E86960A7BED2}" type="presParOf" srcId="{7A6B8B09-BF05-4B42-B339-9B1BE474E40B}" destId="{B9359954-81B1-4CFA-B1D6-07133A2620A7}" srcOrd="0" destOrd="0" presId="urn:microsoft.com/office/officeart/2005/8/layout/bList2"/>
    <dgm:cxn modelId="{0E14032D-E0CF-442E-BED7-ED26A3151CE8}" type="presParOf" srcId="{7A6B8B09-BF05-4B42-B339-9B1BE474E40B}" destId="{0A488EE9-67F4-4460-8864-502BFCDA2E0F}" srcOrd="1" destOrd="0" presId="urn:microsoft.com/office/officeart/2005/8/layout/bList2"/>
    <dgm:cxn modelId="{C175C8D0-FA9F-47F5-855F-C9CEEEAD5DC7}" type="presParOf" srcId="{7A6B8B09-BF05-4B42-B339-9B1BE474E40B}" destId="{1FB0A8EB-05E6-4810-A230-62C0070159C9}" srcOrd="2" destOrd="0" presId="urn:microsoft.com/office/officeart/2005/8/layout/bList2"/>
    <dgm:cxn modelId="{5F1368C8-3022-4652-B620-FD649AE23F73}" type="presParOf" srcId="{7A6B8B09-BF05-4B42-B339-9B1BE474E40B}" destId="{5B59A44C-F70D-4F7C-B321-DE621455467F}" srcOrd="3" destOrd="0" presId="urn:microsoft.com/office/officeart/2005/8/layout/bList2"/>
    <dgm:cxn modelId="{E694881C-EBB9-4674-AD1B-AC58C9C4C8B2}" type="presParOf" srcId="{CD7B07BF-72DD-474C-A8E8-E88BB2C7B5E5}" destId="{FC0E87FE-48DE-491B-81BA-C1F224CF0D9F}" srcOrd="1" destOrd="0" presId="urn:microsoft.com/office/officeart/2005/8/layout/bList2"/>
    <dgm:cxn modelId="{8A00291F-F66B-4094-BC72-0D9487D09135}" type="presParOf" srcId="{CD7B07BF-72DD-474C-A8E8-E88BB2C7B5E5}" destId="{D203D11C-CA08-4145-A546-15649AAF02E8}" srcOrd="2" destOrd="0" presId="urn:microsoft.com/office/officeart/2005/8/layout/bList2"/>
    <dgm:cxn modelId="{458692C0-686C-4A54-817C-D1969B7EEB04}" type="presParOf" srcId="{D203D11C-CA08-4145-A546-15649AAF02E8}" destId="{6C05E6C9-B5A4-4BE5-9E7E-9B275AEAEC7E}" srcOrd="0" destOrd="0" presId="urn:microsoft.com/office/officeart/2005/8/layout/bList2"/>
    <dgm:cxn modelId="{DA516D74-7E48-480F-B3A2-4651CE675FE9}" type="presParOf" srcId="{D203D11C-CA08-4145-A546-15649AAF02E8}" destId="{BB6F7779-64D6-4687-90A2-789C8050D5A5}" srcOrd="1" destOrd="0" presId="urn:microsoft.com/office/officeart/2005/8/layout/bList2"/>
    <dgm:cxn modelId="{81707DDA-772F-42B7-BC72-2D4AE11EA2F4}" type="presParOf" srcId="{D203D11C-CA08-4145-A546-15649AAF02E8}" destId="{5ED3D455-EE88-4E9B-B78B-B1AFA68442AC}" srcOrd="2" destOrd="0" presId="urn:microsoft.com/office/officeart/2005/8/layout/bList2"/>
    <dgm:cxn modelId="{6EAEF363-8044-4B3A-8B28-EE8C5923D6F8}" type="presParOf" srcId="{D203D11C-CA08-4145-A546-15649AAF02E8}" destId="{C697DF5C-29CD-497A-93C2-659856CE3A98}" srcOrd="3" destOrd="0" presId="urn:microsoft.com/office/officeart/2005/8/layout/bList2"/>
    <dgm:cxn modelId="{F01CCF66-2B8E-4046-ADEC-90096E7C0C7E}" type="presParOf" srcId="{CD7B07BF-72DD-474C-A8E8-E88BB2C7B5E5}" destId="{EE37C1DD-A466-41A7-8512-A59F792796E9}" srcOrd="3" destOrd="0" presId="urn:microsoft.com/office/officeart/2005/8/layout/bList2"/>
    <dgm:cxn modelId="{ECED29F6-6E7B-4B4C-8934-75112B1B884A}" type="presParOf" srcId="{CD7B07BF-72DD-474C-A8E8-E88BB2C7B5E5}" destId="{581C1927-233C-4F77-A583-AC6CBCB5211B}" srcOrd="4" destOrd="0" presId="urn:microsoft.com/office/officeart/2005/8/layout/bList2"/>
    <dgm:cxn modelId="{D8215E66-DD19-4A54-9180-4723535D203C}" type="presParOf" srcId="{581C1927-233C-4F77-A583-AC6CBCB5211B}" destId="{D3C360C4-7654-4BDA-BFAF-E23BE80BED4D}" srcOrd="0" destOrd="0" presId="urn:microsoft.com/office/officeart/2005/8/layout/bList2"/>
    <dgm:cxn modelId="{0E0EEA40-9191-4E95-9902-D21F489961CA}" type="presParOf" srcId="{581C1927-233C-4F77-A583-AC6CBCB5211B}" destId="{E235F4D6-682F-488E-8E94-ABFE63D9B2F5}" srcOrd="1" destOrd="0" presId="urn:microsoft.com/office/officeart/2005/8/layout/bList2"/>
    <dgm:cxn modelId="{8D85040D-FFE2-48F9-A3D3-31F095868FC8}" type="presParOf" srcId="{581C1927-233C-4F77-A583-AC6CBCB5211B}" destId="{EAA48DCC-2B6C-494F-8EBF-6D2A6D79497B}" srcOrd="2" destOrd="0" presId="urn:microsoft.com/office/officeart/2005/8/layout/bList2"/>
    <dgm:cxn modelId="{9F6E3F12-5E4D-496E-A7E1-00FFB85AC2AE}" type="presParOf" srcId="{581C1927-233C-4F77-A583-AC6CBCB5211B}" destId="{1D1E1892-6CC2-4631-95B2-3795590A45DD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63BC1D-FD26-490D-90B9-3C5DE9DEDDF3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CL"/>
        </a:p>
      </dgm:t>
    </dgm:pt>
    <dgm:pt modelId="{5914EFA2-36DE-424E-B5CF-48FD4726E28C}">
      <dgm:prSet/>
      <dgm:spPr/>
      <dgm:t>
        <a:bodyPr/>
        <a:lstStyle/>
        <a:p>
          <a:r>
            <a:rPr lang="es-MX"/>
            <a:t>Conceptos Claves</a:t>
          </a:r>
          <a:endParaRPr lang="es-CL"/>
        </a:p>
      </dgm:t>
    </dgm:pt>
    <dgm:pt modelId="{BB1996B7-3907-4D2B-907B-766E72D38A2D}" type="parTrans" cxnId="{0FEA9B4E-5B76-4F68-868F-AF4A9B1E5782}">
      <dgm:prSet/>
      <dgm:spPr/>
      <dgm:t>
        <a:bodyPr/>
        <a:lstStyle/>
        <a:p>
          <a:endParaRPr lang="es-CL"/>
        </a:p>
      </dgm:t>
    </dgm:pt>
    <dgm:pt modelId="{9A29EAB9-9E00-4CD7-9C2A-5C97B1B876B5}" type="sibTrans" cxnId="{0FEA9B4E-5B76-4F68-868F-AF4A9B1E5782}">
      <dgm:prSet/>
      <dgm:spPr/>
      <dgm:t>
        <a:bodyPr/>
        <a:lstStyle/>
        <a:p>
          <a:endParaRPr lang="es-CL"/>
        </a:p>
      </dgm:t>
    </dgm:pt>
    <dgm:pt modelId="{7EDB2A59-3000-426A-8577-B21063D7B529}">
      <dgm:prSet/>
      <dgm:spPr/>
      <dgm:t>
        <a:bodyPr/>
        <a:lstStyle/>
        <a:p>
          <a:r>
            <a:rPr lang="es-MX" dirty="0"/>
            <a:t>Los archivos tienen usuario propietario, un grupo propietario, y una serie de permisos.</a:t>
          </a:r>
          <a:endParaRPr lang="es-CL" dirty="0"/>
        </a:p>
      </dgm:t>
    </dgm:pt>
    <dgm:pt modelId="{A8F86F1E-134E-4AF6-8F4B-7F988D14A792}" type="parTrans" cxnId="{3402D28C-AE82-4568-9BD1-6522AA575742}">
      <dgm:prSet/>
      <dgm:spPr/>
      <dgm:t>
        <a:bodyPr/>
        <a:lstStyle/>
        <a:p>
          <a:endParaRPr lang="es-CL"/>
        </a:p>
      </dgm:t>
    </dgm:pt>
    <dgm:pt modelId="{DB2938F3-3AC6-41D0-87FC-16C9B06EBAF9}" type="sibTrans" cxnId="{3402D28C-AE82-4568-9BD1-6522AA575742}">
      <dgm:prSet/>
      <dgm:spPr/>
      <dgm:t>
        <a:bodyPr/>
        <a:lstStyle/>
        <a:p>
          <a:endParaRPr lang="es-CL"/>
        </a:p>
      </dgm:t>
    </dgm:pt>
    <dgm:pt modelId="{EDD451F0-A92B-4340-85C2-3DA8160C399A}">
      <dgm:prSet/>
      <dgm:spPr/>
      <dgm:t>
        <a:bodyPr/>
        <a:lstStyle/>
        <a:p>
          <a:r>
            <a:rPr lang="es-MX" dirty="0"/>
            <a:t>Tres tipos de permisos: lectura (r), escritura (w) y ejecución (x)</a:t>
          </a:r>
          <a:endParaRPr lang="es-CL" dirty="0"/>
        </a:p>
      </dgm:t>
    </dgm:pt>
    <dgm:pt modelId="{5E4BEA7C-6BA9-42BB-BEC1-CF151CA6E9B6}" type="parTrans" cxnId="{C6894051-C512-43B1-8AA4-FA62261CF342}">
      <dgm:prSet/>
      <dgm:spPr/>
      <dgm:t>
        <a:bodyPr/>
        <a:lstStyle/>
        <a:p>
          <a:endParaRPr lang="es-CL"/>
        </a:p>
      </dgm:t>
    </dgm:pt>
    <dgm:pt modelId="{D1C7D56B-3777-4E86-9214-B4A6BE256E49}" type="sibTrans" cxnId="{C6894051-C512-43B1-8AA4-FA62261CF342}">
      <dgm:prSet/>
      <dgm:spPr/>
      <dgm:t>
        <a:bodyPr/>
        <a:lstStyle/>
        <a:p>
          <a:endParaRPr lang="es-CL"/>
        </a:p>
      </dgm:t>
    </dgm:pt>
    <dgm:pt modelId="{3B315706-7F71-4631-8B30-391EAD183036}">
      <dgm:prSet/>
      <dgm:spPr/>
      <dgm:t>
        <a:bodyPr/>
        <a:lstStyle/>
        <a:p>
          <a:r>
            <a:rPr lang="es-MX" dirty="0"/>
            <a:t>Tres clases de acceso: (u)</a:t>
          </a:r>
          <a:r>
            <a:rPr lang="es-MX" dirty="0" err="1"/>
            <a:t>suario</a:t>
          </a:r>
          <a:r>
            <a:rPr lang="es-MX" dirty="0"/>
            <a:t>, (g)</a:t>
          </a:r>
          <a:r>
            <a:rPr lang="es-MX" dirty="0" err="1"/>
            <a:t>rupo</a:t>
          </a:r>
          <a:r>
            <a:rPr lang="es-MX" dirty="0"/>
            <a:t> propietario, y (o)</a:t>
          </a:r>
          <a:r>
            <a:rPr lang="es-MX" dirty="0" err="1"/>
            <a:t>tro</a:t>
          </a:r>
          <a:endParaRPr lang="es-CL" dirty="0"/>
        </a:p>
      </dgm:t>
    </dgm:pt>
    <dgm:pt modelId="{78516C0E-4477-4268-85DF-8C9EE45797A6}" type="parTrans" cxnId="{3FD38751-9DAC-4BC9-AF50-CF443EC8CE83}">
      <dgm:prSet/>
      <dgm:spPr/>
      <dgm:t>
        <a:bodyPr/>
        <a:lstStyle/>
        <a:p>
          <a:endParaRPr lang="es-CL"/>
        </a:p>
      </dgm:t>
    </dgm:pt>
    <dgm:pt modelId="{38F5ECEF-3C50-4AF7-95D7-B4F954F6DD3D}" type="sibTrans" cxnId="{3FD38751-9DAC-4BC9-AF50-CF443EC8CE83}">
      <dgm:prSet/>
      <dgm:spPr/>
      <dgm:t>
        <a:bodyPr/>
        <a:lstStyle/>
        <a:p>
          <a:endParaRPr lang="es-CL"/>
        </a:p>
      </dgm:t>
    </dgm:pt>
    <dgm:pt modelId="{6AAA13AF-C7E7-4149-BC08-28CB78B8E18C}">
      <dgm:prSet/>
      <dgm:spPr/>
      <dgm:t>
        <a:bodyPr/>
        <a:lstStyle/>
        <a:p>
          <a:r>
            <a:rPr lang="es-MX" dirty="0"/>
            <a:t>Ver la propiedad y los permisos de archivo: </a:t>
          </a:r>
          <a:r>
            <a:rPr lang="es-MX" dirty="0" err="1"/>
            <a:t>ls</a:t>
          </a:r>
          <a:r>
            <a:rPr lang="es-MX" dirty="0"/>
            <a:t> -l</a:t>
          </a:r>
          <a:endParaRPr lang="es-CL" dirty="0"/>
        </a:p>
      </dgm:t>
    </dgm:pt>
    <dgm:pt modelId="{EE77AA28-B82F-42D5-BFAA-498D2CEE509D}" type="parTrans" cxnId="{1C864475-E503-4E8C-930A-6DC7EE176241}">
      <dgm:prSet/>
      <dgm:spPr/>
      <dgm:t>
        <a:bodyPr/>
        <a:lstStyle/>
        <a:p>
          <a:endParaRPr lang="es-CL"/>
        </a:p>
      </dgm:t>
    </dgm:pt>
    <dgm:pt modelId="{8E5C1062-8814-41E8-B310-919867F10ED6}" type="sibTrans" cxnId="{1C864475-E503-4E8C-930A-6DC7EE176241}">
      <dgm:prSet/>
      <dgm:spPr/>
      <dgm:t>
        <a:bodyPr/>
        <a:lstStyle/>
        <a:p>
          <a:endParaRPr lang="es-CL"/>
        </a:p>
      </dgm:t>
    </dgm:pt>
    <dgm:pt modelId="{B6F5AB4C-FB41-4877-99C6-2284E69AB874}">
      <dgm:prSet/>
      <dgm:spPr/>
      <dgm:t>
        <a:bodyPr/>
        <a:lstStyle/>
        <a:p>
          <a:r>
            <a:rPr lang="es-MX" dirty="0"/>
            <a:t>Modificar permisos de archivos: </a:t>
          </a:r>
          <a:r>
            <a:rPr lang="es-MX" dirty="0" err="1"/>
            <a:t>chmod</a:t>
          </a:r>
          <a:endParaRPr lang="es-CL" dirty="0"/>
        </a:p>
      </dgm:t>
    </dgm:pt>
    <dgm:pt modelId="{19875BEC-90A9-4C44-B0C8-E0B36B250791}" type="parTrans" cxnId="{2FFA0EF3-A14B-4CCE-B327-E15606FD1C58}">
      <dgm:prSet/>
      <dgm:spPr/>
      <dgm:t>
        <a:bodyPr/>
        <a:lstStyle/>
        <a:p>
          <a:endParaRPr lang="es-CL"/>
        </a:p>
      </dgm:t>
    </dgm:pt>
    <dgm:pt modelId="{384787EF-150C-4A68-A43C-7D0237AD6C15}" type="sibTrans" cxnId="{2FFA0EF3-A14B-4CCE-B327-E15606FD1C58}">
      <dgm:prSet/>
      <dgm:spPr/>
      <dgm:t>
        <a:bodyPr/>
        <a:lstStyle/>
        <a:p>
          <a:endParaRPr lang="es-CL"/>
        </a:p>
      </dgm:t>
    </dgm:pt>
    <dgm:pt modelId="{4DDC18F9-21A4-412A-8DBC-C0F163C85769}" type="pres">
      <dgm:prSet presAssocID="{9C63BC1D-FD26-490D-90B9-3C5DE9DEDDF3}" presName="diagram" presStyleCnt="0">
        <dgm:presLayoutVars>
          <dgm:dir/>
          <dgm:resizeHandles val="exact"/>
        </dgm:presLayoutVars>
      </dgm:prSet>
      <dgm:spPr/>
    </dgm:pt>
    <dgm:pt modelId="{84F60831-02B9-4C46-972B-AF26599574DC}" type="pres">
      <dgm:prSet presAssocID="{5914EFA2-36DE-424E-B5CF-48FD4726E28C}" presName="node" presStyleLbl="node1" presStyleIdx="0" presStyleCnt="1">
        <dgm:presLayoutVars>
          <dgm:bulletEnabled val="1"/>
        </dgm:presLayoutVars>
      </dgm:prSet>
      <dgm:spPr/>
    </dgm:pt>
  </dgm:ptLst>
  <dgm:cxnLst>
    <dgm:cxn modelId="{2BA1F742-8924-400E-9FC3-51D26A3ADBD5}" type="presOf" srcId="{B6F5AB4C-FB41-4877-99C6-2284E69AB874}" destId="{84F60831-02B9-4C46-972B-AF26599574DC}" srcOrd="0" destOrd="5" presId="urn:microsoft.com/office/officeart/2005/8/layout/default"/>
    <dgm:cxn modelId="{B7139745-092D-4A3C-B1EE-C9CBEB67D221}" type="presOf" srcId="{9C63BC1D-FD26-490D-90B9-3C5DE9DEDDF3}" destId="{4DDC18F9-21A4-412A-8DBC-C0F163C85769}" srcOrd="0" destOrd="0" presId="urn:microsoft.com/office/officeart/2005/8/layout/default"/>
    <dgm:cxn modelId="{0FEA9B4E-5B76-4F68-868F-AF4A9B1E5782}" srcId="{9C63BC1D-FD26-490D-90B9-3C5DE9DEDDF3}" destId="{5914EFA2-36DE-424E-B5CF-48FD4726E28C}" srcOrd="0" destOrd="0" parTransId="{BB1996B7-3907-4D2B-907B-766E72D38A2D}" sibTransId="{9A29EAB9-9E00-4CD7-9C2A-5C97B1B876B5}"/>
    <dgm:cxn modelId="{C6894051-C512-43B1-8AA4-FA62261CF342}" srcId="{5914EFA2-36DE-424E-B5CF-48FD4726E28C}" destId="{EDD451F0-A92B-4340-85C2-3DA8160C399A}" srcOrd="1" destOrd="0" parTransId="{5E4BEA7C-6BA9-42BB-BEC1-CF151CA6E9B6}" sibTransId="{D1C7D56B-3777-4E86-9214-B4A6BE256E49}"/>
    <dgm:cxn modelId="{3FD38751-9DAC-4BC9-AF50-CF443EC8CE83}" srcId="{5914EFA2-36DE-424E-B5CF-48FD4726E28C}" destId="{3B315706-7F71-4631-8B30-391EAD183036}" srcOrd="2" destOrd="0" parTransId="{78516C0E-4477-4268-85DF-8C9EE45797A6}" sibTransId="{38F5ECEF-3C50-4AF7-95D7-B4F954F6DD3D}"/>
    <dgm:cxn modelId="{1C864475-E503-4E8C-930A-6DC7EE176241}" srcId="{5914EFA2-36DE-424E-B5CF-48FD4726E28C}" destId="{6AAA13AF-C7E7-4149-BC08-28CB78B8E18C}" srcOrd="3" destOrd="0" parTransId="{EE77AA28-B82F-42D5-BFAA-498D2CEE509D}" sibTransId="{8E5C1062-8814-41E8-B310-919867F10ED6}"/>
    <dgm:cxn modelId="{37E3C382-87BD-4613-A921-80746EA4F2A2}" type="presOf" srcId="{5914EFA2-36DE-424E-B5CF-48FD4726E28C}" destId="{84F60831-02B9-4C46-972B-AF26599574DC}" srcOrd="0" destOrd="0" presId="urn:microsoft.com/office/officeart/2005/8/layout/default"/>
    <dgm:cxn modelId="{3402D28C-AE82-4568-9BD1-6522AA575742}" srcId="{5914EFA2-36DE-424E-B5CF-48FD4726E28C}" destId="{7EDB2A59-3000-426A-8577-B21063D7B529}" srcOrd="0" destOrd="0" parTransId="{A8F86F1E-134E-4AF6-8F4B-7F988D14A792}" sibTransId="{DB2938F3-3AC6-41D0-87FC-16C9B06EBAF9}"/>
    <dgm:cxn modelId="{EF4FFDBA-BD45-44DB-8FF6-27F0420CC185}" type="presOf" srcId="{EDD451F0-A92B-4340-85C2-3DA8160C399A}" destId="{84F60831-02B9-4C46-972B-AF26599574DC}" srcOrd="0" destOrd="2" presId="urn:microsoft.com/office/officeart/2005/8/layout/default"/>
    <dgm:cxn modelId="{F59435CC-FF6B-4527-BE1F-E9925E63C3AE}" type="presOf" srcId="{7EDB2A59-3000-426A-8577-B21063D7B529}" destId="{84F60831-02B9-4C46-972B-AF26599574DC}" srcOrd="0" destOrd="1" presId="urn:microsoft.com/office/officeart/2005/8/layout/default"/>
    <dgm:cxn modelId="{A0E08CE3-318C-4901-A9C5-B087E20A747A}" type="presOf" srcId="{3B315706-7F71-4631-8B30-391EAD183036}" destId="{84F60831-02B9-4C46-972B-AF26599574DC}" srcOrd="0" destOrd="3" presId="urn:microsoft.com/office/officeart/2005/8/layout/default"/>
    <dgm:cxn modelId="{FC3AF6F0-358F-45DB-B0B8-E5FF03FE69DC}" type="presOf" srcId="{6AAA13AF-C7E7-4149-BC08-28CB78B8E18C}" destId="{84F60831-02B9-4C46-972B-AF26599574DC}" srcOrd="0" destOrd="4" presId="urn:microsoft.com/office/officeart/2005/8/layout/default"/>
    <dgm:cxn modelId="{2FFA0EF3-A14B-4CCE-B327-E15606FD1C58}" srcId="{5914EFA2-36DE-424E-B5CF-48FD4726E28C}" destId="{B6F5AB4C-FB41-4877-99C6-2284E69AB874}" srcOrd="4" destOrd="0" parTransId="{19875BEC-90A9-4C44-B0C8-E0B36B250791}" sibTransId="{384787EF-150C-4A68-A43C-7D0237AD6C15}"/>
    <dgm:cxn modelId="{426E802A-7E19-47B7-A7F3-5A787F1A66CB}" type="presParOf" srcId="{4DDC18F9-21A4-412A-8DBC-C0F163C85769}" destId="{84F60831-02B9-4C46-972B-AF26599574DC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2152FC-5DFD-47EA-928B-50187EFEB932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s-CL"/>
        </a:p>
      </dgm:t>
    </dgm:pt>
    <dgm:pt modelId="{3B9DA31A-FE2B-4C76-9231-AC1ED1BA1080}">
      <dgm:prSet/>
      <dgm:spPr/>
      <dgm:t>
        <a:bodyPr/>
        <a:lstStyle/>
        <a:p>
          <a:r>
            <a:rPr lang="es-MX"/>
            <a:t>- un guion representa un archivo común (de texto, html, mp3, jpg, etc.)</a:t>
          </a:r>
          <a:endParaRPr lang="es-CL"/>
        </a:p>
      </dgm:t>
    </dgm:pt>
    <dgm:pt modelId="{A823C4CD-0CDC-478A-81B9-66582F140229}" type="parTrans" cxnId="{213810B3-0BEB-43DA-AC4B-E29630BC2276}">
      <dgm:prSet/>
      <dgm:spPr/>
      <dgm:t>
        <a:bodyPr/>
        <a:lstStyle/>
        <a:p>
          <a:endParaRPr lang="es-CL"/>
        </a:p>
      </dgm:t>
    </dgm:pt>
    <dgm:pt modelId="{FC0C4FED-94F0-41B8-A31D-1A3F24E0F888}" type="sibTrans" cxnId="{213810B3-0BEB-43DA-AC4B-E29630BC2276}">
      <dgm:prSet/>
      <dgm:spPr/>
      <dgm:t>
        <a:bodyPr/>
        <a:lstStyle/>
        <a:p>
          <a:endParaRPr lang="es-CL"/>
        </a:p>
      </dgm:t>
    </dgm:pt>
    <dgm:pt modelId="{19E5348D-FC26-4EA1-9597-11EA6AAF6EFF}">
      <dgm:prSet/>
      <dgm:spPr/>
      <dgm:t>
        <a:bodyPr/>
        <a:lstStyle/>
        <a:p>
          <a:r>
            <a:rPr lang="es-MX" dirty="0"/>
            <a:t>d representa un directorio</a:t>
          </a:r>
          <a:endParaRPr lang="es-CL" dirty="0"/>
        </a:p>
      </dgm:t>
    </dgm:pt>
    <dgm:pt modelId="{8948E95A-AF0F-462A-BABC-2173983E46F7}" type="parTrans" cxnId="{783237D8-8CE6-4246-8B0C-FA7067956627}">
      <dgm:prSet/>
      <dgm:spPr/>
      <dgm:t>
        <a:bodyPr/>
        <a:lstStyle/>
        <a:p>
          <a:endParaRPr lang="es-CL"/>
        </a:p>
      </dgm:t>
    </dgm:pt>
    <dgm:pt modelId="{553C9B90-344F-4842-A3B2-F9C0018C3E31}" type="sibTrans" cxnId="{783237D8-8CE6-4246-8B0C-FA7067956627}">
      <dgm:prSet/>
      <dgm:spPr/>
      <dgm:t>
        <a:bodyPr/>
        <a:lstStyle/>
        <a:p>
          <a:endParaRPr lang="es-CL"/>
        </a:p>
      </dgm:t>
    </dgm:pt>
    <dgm:pt modelId="{03153108-0A03-4C4B-83D2-C589A5CAF207}">
      <dgm:prSet/>
      <dgm:spPr/>
      <dgm:t>
        <a:bodyPr/>
        <a:lstStyle/>
        <a:p>
          <a:r>
            <a:rPr lang="es-MX"/>
            <a:t>l link, es decir un enlace o acceso directo</a:t>
          </a:r>
          <a:endParaRPr lang="es-CL"/>
        </a:p>
      </dgm:t>
    </dgm:pt>
    <dgm:pt modelId="{05DD6C45-E1E1-4F2A-9B02-133E78943ABC}" type="parTrans" cxnId="{6822ACC8-2A20-4791-99C3-ECEBD883A1FC}">
      <dgm:prSet/>
      <dgm:spPr/>
      <dgm:t>
        <a:bodyPr/>
        <a:lstStyle/>
        <a:p>
          <a:endParaRPr lang="es-CL"/>
        </a:p>
      </dgm:t>
    </dgm:pt>
    <dgm:pt modelId="{FBEC3D4B-A58A-421F-8779-5CD86ADD7906}" type="sibTrans" cxnId="{6822ACC8-2A20-4791-99C3-ECEBD883A1FC}">
      <dgm:prSet/>
      <dgm:spPr/>
      <dgm:t>
        <a:bodyPr/>
        <a:lstStyle/>
        <a:p>
          <a:endParaRPr lang="es-CL"/>
        </a:p>
      </dgm:t>
    </dgm:pt>
    <dgm:pt modelId="{9DE0A963-70D9-41C9-A30F-9A8FFD7BB5C9}">
      <dgm:prSet/>
      <dgm:spPr/>
      <dgm:t>
        <a:bodyPr/>
        <a:lstStyle/>
        <a:p>
          <a:r>
            <a:rPr lang="es-MX"/>
            <a:t>b binario, un archivo generalmente ejecutable</a:t>
          </a:r>
          <a:endParaRPr lang="es-CL"/>
        </a:p>
      </dgm:t>
    </dgm:pt>
    <dgm:pt modelId="{50CF4AF8-4314-4824-8271-670A6F83D6C3}" type="parTrans" cxnId="{0A5B95E2-0CB0-4C06-8894-6432D60D0634}">
      <dgm:prSet/>
      <dgm:spPr/>
      <dgm:t>
        <a:bodyPr/>
        <a:lstStyle/>
        <a:p>
          <a:endParaRPr lang="es-CL"/>
        </a:p>
      </dgm:t>
    </dgm:pt>
    <dgm:pt modelId="{77DCD777-831E-4DC8-A00E-2985458FBD6F}" type="sibTrans" cxnId="{0A5B95E2-0CB0-4C06-8894-6432D60D0634}">
      <dgm:prSet/>
      <dgm:spPr/>
      <dgm:t>
        <a:bodyPr/>
        <a:lstStyle/>
        <a:p>
          <a:endParaRPr lang="es-CL"/>
        </a:p>
      </dgm:t>
    </dgm:pt>
    <dgm:pt modelId="{8FD1588B-8B26-406B-B198-7A219869DE3F}" type="pres">
      <dgm:prSet presAssocID="{CF2152FC-5DFD-47EA-928B-50187EFEB932}" presName="Name0" presStyleCnt="0">
        <dgm:presLayoutVars>
          <dgm:dir/>
          <dgm:animLvl val="lvl"/>
          <dgm:resizeHandles val="exact"/>
        </dgm:presLayoutVars>
      </dgm:prSet>
      <dgm:spPr/>
    </dgm:pt>
    <dgm:pt modelId="{B7A18C91-097E-4F1A-B8EF-60B301094C70}" type="pres">
      <dgm:prSet presAssocID="{9DE0A963-70D9-41C9-A30F-9A8FFD7BB5C9}" presName="boxAndChildren" presStyleCnt="0"/>
      <dgm:spPr/>
    </dgm:pt>
    <dgm:pt modelId="{4230887C-49AF-4959-A0CB-E93B3AC5E4DF}" type="pres">
      <dgm:prSet presAssocID="{9DE0A963-70D9-41C9-A30F-9A8FFD7BB5C9}" presName="parentTextBox" presStyleLbl="node1" presStyleIdx="0" presStyleCnt="4"/>
      <dgm:spPr/>
    </dgm:pt>
    <dgm:pt modelId="{3B835E2D-7926-4423-B4A8-5F41DB9599FA}" type="pres">
      <dgm:prSet presAssocID="{FBEC3D4B-A58A-421F-8779-5CD86ADD7906}" presName="sp" presStyleCnt="0"/>
      <dgm:spPr/>
    </dgm:pt>
    <dgm:pt modelId="{8757EFA4-D106-4A52-8C16-AD6A822F85CE}" type="pres">
      <dgm:prSet presAssocID="{03153108-0A03-4C4B-83D2-C589A5CAF207}" presName="arrowAndChildren" presStyleCnt="0"/>
      <dgm:spPr/>
    </dgm:pt>
    <dgm:pt modelId="{988E0040-4C7C-4D5C-9A04-7BB2F973C79D}" type="pres">
      <dgm:prSet presAssocID="{03153108-0A03-4C4B-83D2-C589A5CAF207}" presName="parentTextArrow" presStyleLbl="node1" presStyleIdx="1" presStyleCnt="4"/>
      <dgm:spPr/>
    </dgm:pt>
    <dgm:pt modelId="{B8542192-49EF-49C7-913B-C9ED86BD4429}" type="pres">
      <dgm:prSet presAssocID="{553C9B90-344F-4842-A3B2-F9C0018C3E31}" presName="sp" presStyleCnt="0"/>
      <dgm:spPr/>
    </dgm:pt>
    <dgm:pt modelId="{063D5B2E-6CCD-4614-A1BF-B33C1D4C1E77}" type="pres">
      <dgm:prSet presAssocID="{19E5348D-FC26-4EA1-9597-11EA6AAF6EFF}" presName="arrowAndChildren" presStyleCnt="0"/>
      <dgm:spPr/>
    </dgm:pt>
    <dgm:pt modelId="{461DFC96-AE98-4171-8EF5-E80C0D293426}" type="pres">
      <dgm:prSet presAssocID="{19E5348D-FC26-4EA1-9597-11EA6AAF6EFF}" presName="parentTextArrow" presStyleLbl="node1" presStyleIdx="2" presStyleCnt="4"/>
      <dgm:spPr/>
    </dgm:pt>
    <dgm:pt modelId="{97A8F6DA-DE41-4F37-ABDC-9ACDCDD66AE8}" type="pres">
      <dgm:prSet presAssocID="{FC0C4FED-94F0-41B8-A31D-1A3F24E0F888}" presName="sp" presStyleCnt="0"/>
      <dgm:spPr/>
    </dgm:pt>
    <dgm:pt modelId="{9894E686-9DA4-444C-B250-1A58B09B01CF}" type="pres">
      <dgm:prSet presAssocID="{3B9DA31A-FE2B-4C76-9231-AC1ED1BA1080}" presName="arrowAndChildren" presStyleCnt="0"/>
      <dgm:spPr/>
    </dgm:pt>
    <dgm:pt modelId="{472443FC-F3A6-4D96-87C2-6D1E5B64D4E8}" type="pres">
      <dgm:prSet presAssocID="{3B9DA31A-FE2B-4C76-9231-AC1ED1BA1080}" presName="parentTextArrow" presStyleLbl="node1" presStyleIdx="3" presStyleCnt="4" custLinFactNeighborX="-11512" custLinFactNeighborY="-27510"/>
      <dgm:spPr/>
    </dgm:pt>
  </dgm:ptLst>
  <dgm:cxnLst>
    <dgm:cxn modelId="{4C3CB801-D8D6-45CE-BB8B-740809A995EE}" type="presOf" srcId="{CF2152FC-5DFD-47EA-928B-50187EFEB932}" destId="{8FD1588B-8B26-406B-B198-7A219869DE3F}" srcOrd="0" destOrd="0" presId="urn:microsoft.com/office/officeart/2005/8/layout/process4"/>
    <dgm:cxn modelId="{2C3D883D-E4BA-4702-AB98-C67E58981E95}" type="presOf" srcId="{19E5348D-FC26-4EA1-9597-11EA6AAF6EFF}" destId="{461DFC96-AE98-4171-8EF5-E80C0D293426}" srcOrd="0" destOrd="0" presId="urn:microsoft.com/office/officeart/2005/8/layout/process4"/>
    <dgm:cxn modelId="{615F7657-0E36-4024-BB58-965D1AE91E97}" type="presOf" srcId="{3B9DA31A-FE2B-4C76-9231-AC1ED1BA1080}" destId="{472443FC-F3A6-4D96-87C2-6D1E5B64D4E8}" srcOrd="0" destOrd="0" presId="urn:microsoft.com/office/officeart/2005/8/layout/process4"/>
    <dgm:cxn modelId="{213810B3-0BEB-43DA-AC4B-E29630BC2276}" srcId="{CF2152FC-5DFD-47EA-928B-50187EFEB932}" destId="{3B9DA31A-FE2B-4C76-9231-AC1ED1BA1080}" srcOrd="0" destOrd="0" parTransId="{A823C4CD-0CDC-478A-81B9-66582F140229}" sibTransId="{FC0C4FED-94F0-41B8-A31D-1A3F24E0F888}"/>
    <dgm:cxn modelId="{FA9DD2B9-EBCF-4B5B-BC40-32E2FD82092C}" type="presOf" srcId="{03153108-0A03-4C4B-83D2-C589A5CAF207}" destId="{988E0040-4C7C-4D5C-9A04-7BB2F973C79D}" srcOrd="0" destOrd="0" presId="urn:microsoft.com/office/officeart/2005/8/layout/process4"/>
    <dgm:cxn modelId="{6822ACC8-2A20-4791-99C3-ECEBD883A1FC}" srcId="{CF2152FC-5DFD-47EA-928B-50187EFEB932}" destId="{03153108-0A03-4C4B-83D2-C589A5CAF207}" srcOrd="2" destOrd="0" parTransId="{05DD6C45-E1E1-4F2A-9B02-133E78943ABC}" sibTransId="{FBEC3D4B-A58A-421F-8779-5CD86ADD7906}"/>
    <dgm:cxn modelId="{783237D8-8CE6-4246-8B0C-FA7067956627}" srcId="{CF2152FC-5DFD-47EA-928B-50187EFEB932}" destId="{19E5348D-FC26-4EA1-9597-11EA6AAF6EFF}" srcOrd="1" destOrd="0" parTransId="{8948E95A-AF0F-462A-BABC-2173983E46F7}" sibTransId="{553C9B90-344F-4842-A3B2-F9C0018C3E31}"/>
    <dgm:cxn modelId="{0A5B95E2-0CB0-4C06-8894-6432D60D0634}" srcId="{CF2152FC-5DFD-47EA-928B-50187EFEB932}" destId="{9DE0A963-70D9-41C9-A30F-9A8FFD7BB5C9}" srcOrd="3" destOrd="0" parTransId="{50CF4AF8-4314-4824-8271-670A6F83D6C3}" sibTransId="{77DCD777-831E-4DC8-A00E-2985458FBD6F}"/>
    <dgm:cxn modelId="{45A7B9F9-D9A4-4B24-AD1A-BC4E441F8091}" type="presOf" srcId="{9DE0A963-70D9-41C9-A30F-9A8FFD7BB5C9}" destId="{4230887C-49AF-4959-A0CB-E93B3AC5E4DF}" srcOrd="0" destOrd="0" presId="urn:microsoft.com/office/officeart/2005/8/layout/process4"/>
    <dgm:cxn modelId="{DA68A20B-6162-405C-AC98-0553F6CB1384}" type="presParOf" srcId="{8FD1588B-8B26-406B-B198-7A219869DE3F}" destId="{B7A18C91-097E-4F1A-B8EF-60B301094C70}" srcOrd="0" destOrd="0" presId="urn:microsoft.com/office/officeart/2005/8/layout/process4"/>
    <dgm:cxn modelId="{CCBAA596-20C4-45A8-8BF7-AE5E90F74A06}" type="presParOf" srcId="{B7A18C91-097E-4F1A-B8EF-60B301094C70}" destId="{4230887C-49AF-4959-A0CB-E93B3AC5E4DF}" srcOrd="0" destOrd="0" presId="urn:microsoft.com/office/officeart/2005/8/layout/process4"/>
    <dgm:cxn modelId="{DCD9FAD0-BF8C-4B61-BFBD-9CC20D5CC55C}" type="presParOf" srcId="{8FD1588B-8B26-406B-B198-7A219869DE3F}" destId="{3B835E2D-7926-4423-B4A8-5F41DB9599FA}" srcOrd="1" destOrd="0" presId="urn:microsoft.com/office/officeart/2005/8/layout/process4"/>
    <dgm:cxn modelId="{476453AA-197D-4306-A64C-A7497A0521D6}" type="presParOf" srcId="{8FD1588B-8B26-406B-B198-7A219869DE3F}" destId="{8757EFA4-D106-4A52-8C16-AD6A822F85CE}" srcOrd="2" destOrd="0" presId="urn:microsoft.com/office/officeart/2005/8/layout/process4"/>
    <dgm:cxn modelId="{52321FD2-1128-4DC5-84DF-182DD5CA1A07}" type="presParOf" srcId="{8757EFA4-D106-4A52-8C16-AD6A822F85CE}" destId="{988E0040-4C7C-4D5C-9A04-7BB2F973C79D}" srcOrd="0" destOrd="0" presId="urn:microsoft.com/office/officeart/2005/8/layout/process4"/>
    <dgm:cxn modelId="{C46C3958-190D-4DF3-BCD7-82A85226BFFF}" type="presParOf" srcId="{8FD1588B-8B26-406B-B198-7A219869DE3F}" destId="{B8542192-49EF-49C7-913B-C9ED86BD4429}" srcOrd="3" destOrd="0" presId="urn:microsoft.com/office/officeart/2005/8/layout/process4"/>
    <dgm:cxn modelId="{B5F147ED-C258-4506-973D-162364DEBFEF}" type="presParOf" srcId="{8FD1588B-8B26-406B-B198-7A219869DE3F}" destId="{063D5B2E-6CCD-4614-A1BF-B33C1D4C1E77}" srcOrd="4" destOrd="0" presId="urn:microsoft.com/office/officeart/2005/8/layout/process4"/>
    <dgm:cxn modelId="{C2EE7E03-75D8-4254-9B7F-F8522827A131}" type="presParOf" srcId="{063D5B2E-6CCD-4614-A1BF-B33C1D4C1E77}" destId="{461DFC96-AE98-4171-8EF5-E80C0D293426}" srcOrd="0" destOrd="0" presId="urn:microsoft.com/office/officeart/2005/8/layout/process4"/>
    <dgm:cxn modelId="{3E896061-3A14-4B34-8C0F-C9D44934AB83}" type="presParOf" srcId="{8FD1588B-8B26-406B-B198-7A219869DE3F}" destId="{97A8F6DA-DE41-4F37-ABDC-9ACDCDD66AE8}" srcOrd="5" destOrd="0" presId="urn:microsoft.com/office/officeart/2005/8/layout/process4"/>
    <dgm:cxn modelId="{5D3857E5-6480-4F00-9A3D-2D868B022D65}" type="presParOf" srcId="{8FD1588B-8B26-406B-B198-7A219869DE3F}" destId="{9894E686-9DA4-444C-B250-1A58B09B01CF}" srcOrd="6" destOrd="0" presId="urn:microsoft.com/office/officeart/2005/8/layout/process4"/>
    <dgm:cxn modelId="{35BA1EF8-D34C-4338-A8BB-44D87806262A}" type="presParOf" srcId="{9894E686-9DA4-444C-B250-1A58B09B01CF}" destId="{472443FC-F3A6-4D96-87C2-6D1E5B64D4E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42EBD-5E23-46CC-9AD5-3B0BAF0CDA05}">
      <dsp:nvSpPr>
        <dsp:cNvPr id="0" name=""/>
        <dsp:cNvSpPr/>
      </dsp:nvSpPr>
      <dsp:spPr>
        <a:xfrm>
          <a:off x="2059" y="0"/>
          <a:ext cx="5244768" cy="3116258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5740" rIns="266700" bIns="0" numCol="1" spcCol="1270" anchor="t" anchorCtr="0">
          <a:noAutofit/>
        </a:bodyPr>
        <a:lstStyle/>
        <a:p>
          <a:pPr marL="0" lvl="0" indent="0" algn="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6000" kern="1200" dirty="0"/>
        </a:p>
      </dsp:txBody>
      <dsp:txXfrm rot="16200000">
        <a:off x="-751129" y="753189"/>
        <a:ext cx="2555332" cy="1048953"/>
      </dsp:txXfrm>
    </dsp:sp>
    <dsp:sp modelId="{83B5D7B4-4A64-41EB-A736-900DC5CCF0A5}">
      <dsp:nvSpPr>
        <dsp:cNvPr id="0" name=""/>
        <dsp:cNvSpPr/>
      </dsp:nvSpPr>
      <dsp:spPr>
        <a:xfrm>
          <a:off x="1051013" y="0"/>
          <a:ext cx="3907352" cy="31162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Un editor de textos no es un procesador de palabras (como MS Word o Writer); trabaja con texto plano, sin formatos ni estilos.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Linux incluye por defecto una gran variedad de editores de texto para administrar el sistema.</a:t>
          </a:r>
        </a:p>
      </dsp:txBody>
      <dsp:txXfrm>
        <a:off x="1051013" y="0"/>
        <a:ext cx="3907352" cy="3116258"/>
      </dsp:txXfrm>
    </dsp:sp>
    <dsp:sp modelId="{D217C776-FD38-42DD-9CDF-7AC146A50515}">
      <dsp:nvSpPr>
        <dsp:cNvPr id="0" name=""/>
        <dsp:cNvSpPr/>
      </dsp:nvSpPr>
      <dsp:spPr>
        <a:xfrm>
          <a:off x="5430394" y="0"/>
          <a:ext cx="5244768" cy="3116258"/>
        </a:xfrm>
        <a:prstGeom prst="roundRect">
          <a:avLst>
            <a:gd name="adj" fmla="val 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5740" rIns="266700" bIns="0" numCol="1" spcCol="1270" anchor="t" anchorCtr="0">
          <a:noAutofit/>
        </a:bodyPr>
        <a:lstStyle/>
        <a:p>
          <a:pPr marL="0" lvl="0" indent="0" algn="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6000" kern="1200" dirty="0"/>
        </a:p>
      </dsp:txBody>
      <dsp:txXfrm rot="16200000">
        <a:off x="4677205" y="753189"/>
        <a:ext cx="2555332" cy="1048953"/>
      </dsp:txXfrm>
    </dsp:sp>
    <dsp:sp modelId="{D62B5805-0CD3-4CA0-A8CB-B99D97BD604D}">
      <dsp:nvSpPr>
        <dsp:cNvPr id="0" name=""/>
        <dsp:cNvSpPr/>
      </dsp:nvSpPr>
      <dsp:spPr>
        <a:xfrm rot="5400000">
          <a:off x="5227486" y="2279858"/>
          <a:ext cx="458265" cy="78671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2CD16-A16E-4D36-BBA5-AF18E33CE82C}">
      <dsp:nvSpPr>
        <dsp:cNvPr id="0" name=""/>
        <dsp:cNvSpPr/>
      </dsp:nvSpPr>
      <dsp:spPr>
        <a:xfrm>
          <a:off x="6479348" y="0"/>
          <a:ext cx="3907352" cy="311625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nano: Editor de texto clásico basado en la línea de comandos, ideal para ediciones rápidas en la terminal.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s-CL" sz="21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gedit</a:t>
          </a:r>
          <a:r>
            <a:rPr lang="es-CL" sz="2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: Editor de texto gráfico (GUI), intuitivo y similar al Bloc de notas tradicional.</a:t>
          </a:r>
        </a:p>
      </dsp:txBody>
      <dsp:txXfrm>
        <a:off x="6479348" y="0"/>
        <a:ext cx="3907352" cy="3116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59954-81B1-4CFA-B1D6-07133A2620A7}">
      <dsp:nvSpPr>
        <dsp:cNvPr id="0" name=""/>
        <dsp:cNvSpPr/>
      </dsp:nvSpPr>
      <dsp:spPr>
        <a:xfrm>
          <a:off x="5757" y="220240"/>
          <a:ext cx="2486910" cy="185642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72390" rIns="24130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i → Insertar antes del cursor</a:t>
          </a:r>
          <a:endParaRPr lang="es-CL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a → Insertar después del cursor</a:t>
          </a:r>
          <a:endParaRPr lang="es-CL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o → Nueva línea debajo</a:t>
          </a:r>
          <a:endParaRPr lang="es-CL" sz="1900" kern="1200" dirty="0"/>
        </a:p>
      </dsp:txBody>
      <dsp:txXfrm>
        <a:off x="49255" y="263738"/>
        <a:ext cx="2399914" cy="1812927"/>
      </dsp:txXfrm>
    </dsp:sp>
    <dsp:sp modelId="{1FB0A8EB-05E6-4810-A230-62C0070159C9}">
      <dsp:nvSpPr>
        <dsp:cNvPr id="0" name=""/>
        <dsp:cNvSpPr/>
      </dsp:nvSpPr>
      <dsp:spPr>
        <a:xfrm>
          <a:off x="5757" y="2076666"/>
          <a:ext cx="2486910" cy="7982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Cambiar al modo inserción: </a:t>
          </a:r>
          <a:endParaRPr lang="es-CL" sz="1900" kern="1200" dirty="0"/>
        </a:p>
      </dsp:txBody>
      <dsp:txXfrm>
        <a:off x="5757" y="2076666"/>
        <a:ext cx="1751345" cy="798263"/>
      </dsp:txXfrm>
    </dsp:sp>
    <dsp:sp modelId="{5B59A44C-F70D-4F7C-B321-DE621455467F}">
      <dsp:nvSpPr>
        <dsp:cNvPr id="0" name=""/>
        <dsp:cNvSpPr/>
      </dsp:nvSpPr>
      <dsp:spPr>
        <a:xfrm>
          <a:off x="1827453" y="2203463"/>
          <a:ext cx="870418" cy="87041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05E6C9-B5A4-4BE5-9E7E-9B275AEAEC7E}">
      <dsp:nvSpPr>
        <dsp:cNvPr id="0" name=""/>
        <dsp:cNvSpPr/>
      </dsp:nvSpPr>
      <dsp:spPr>
        <a:xfrm>
          <a:off x="2913513" y="220240"/>
          <a:ext cx="2486910" cy="185642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72390" rIns="24130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Presiona </a:t>
          </a:r>
          <a:r>
            <a:rPr lang="es-MX" sz="1900" kern="1200" dirty="0" err="1"/>
            <a:t>Esc</a:t>
          </a:r>
          <a:endParaRPr lang="es-CL" sz="1900" kern="1200" dirty="0"/>
        </a:p>
      </dsp:txBody>
      <dsp:txXfrm>
        <a:off x="2957011" y="263738"/>
        <a:ext cx="2399914" cy="1812927"/>
      </dsp:txXfrm>
    </dsp:sp>
    <dsp:sp modelId="{5ED3D455-EE88-4E9B-B78B-B1AFA68442AC}">
      <dsp:nvSpPr>
        <dsp:cNvPr id="0" name=""/>
        <dsp:cNvSpPr/>
      </dsp:nvSpPr>
      <dsp:spPr>
        <a:xfrm>
          <a:off x="2913513" y="2076666"/>
          <a:ext cx="2486910" cy="79826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Volver al modo normal</a:t>
          </a:r>
          <a:endParaRPr lang="es-CL" sz="1900" kern="1200"/>
        </a:p>
      </dsp:txBody>
      <dsp:txXfrm>
        <a:off x="2913513" y="2076666"/>
        <a:ext cx="1751345" cy="798263"/>
      </dsp:txXfrm>
    </dsp:sp>
    <dsp:sp modelId="{C697DF5C-29CD-497A-93C2-659856CE3A98}">
      <dsp:nvSpPr>
        <dsp:cNvPr id="0" name=""/>
        <dsp:cNvSpPr/>
      </dsp:nvSpPr>
      <dsp:spPr>
        <a:xfrm>
          <a:off x="4735209" y="2203463"/>
          <a:ext cx="870418" cy="87041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360C4-7654-4BDA-BFAF-E23BE80BED4D}">
      <dsp:nvSpPr>
        <dsp:cNvPr id="0" name=""/>
        <dsp:cNvSpPr/>
      </dsp:nvSpPr>
      <dsp:spPr>
        <a:xfrm>
          <a:off x="5821268" y="220240"/>
          <a:ext cx="2486910" cy="1856425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72390" rIns="24130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:w → Guardar</a:t>
          </a:r>
          <a:endParaRPr lang="es-CL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:q → Salir</a:t>
          </a:r>
          <a:endParaRPr lang="es-CL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:</a:t>
          </a:r>
          <a:r>
            <a:rPr lang="es-MX" sz="1900" kern="1200" dirty="0" err="1"/>
            <a:t>wq</a:t>
          </a:r>
          <a:r>
            <a:rPr lang="es-MX" sz="1900" kern="1200" dirty="0"/>
            <a:t>  → Guardar y salir</a:t>
          </a:r>
          <a:endParaRPr lang="es-CL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900" kern="1200" dirty="0"/>
            <a:t>:q! → Salir sin guardar</a:t>
          </a:r>
          <a:endParaRPr lang="es-CL" sz="1900" kern="1200" dirty="0"/>
        </a:p>
      </dsp:txBody>
      <dsp:txXfrm>
        <a:off x="5864766" y="263738"/>
        <a:ext cx="2399914" cy="1812927"/>
      </dsp:txXfrm>
    </dsp:sp>
    <dsp:sp modelId="{EAA48DCC-2B6C-494F-8EBF-6D2A6D79497B}">
      <dsp:nvSpPr>
        <dsp:cNvPr id="0" name=""/>
        <dsp:cNvSpPr/>
      </dsp:nvSpPr>
      <dsp:spPr>
        <a:xfrm>
          <a:off x="5821268" y="2076666"/>
          <a:ext cx="2486910" cy="79826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Guardar y salir</a:t>
          </a:r>
          <a:endParaRPr lang="es-CL" sz="1900" kern="1200" dirty="0"/>
        </a:p>
      </dsp:txBody>
      <dsp:txXfrm>
        <a:off x="5821268" y="2076666"/>
        <a:ext cx="1751345" cy="798263"/>
      </dsp:txXfrm>
    </dsp:sp>
    <dsp:sp modelId="{1D1E1892-6CC2-4631-95B2-3795590A45DD}">
      <dsp:nvSpPr>
        <dsp:cNvPr id="0" name=""/>
        <dsp:cNvSpPr/>
      </dsp:nvSpPr>
      <dsp:spPr>
        <a:xfrm>
          <a:off x="7642964" y="2203463"/>
          <a:ext cx="870418" cy="87041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60831-02B9-4C46-972B-AF26599574DC}">
      <dsp:nvSpPr>
        <dsp:cNvPr id="0" name=""/>
        <dsp:cNvSpPr/>
      </dsp:nvSpPr>
      <dsp:spPr>
        <a:xfrm>
          <a:off x="0" y="622400"/>
          <a:ext cx="5263576" cy="315814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Conceptos Claves</a:t>
          </a:r>
          <a:endParaRPr lang="es-CL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Los archivos tienen usuario propietario, un grupo propietario, y una serie de permisos.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Tres tipos de permisos: lectura (r), escritura (w) y ejecución (x)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Tres clases de acceso: (u)</a:t>
          </a:r>
          <a:r>
            <a:rPr lang="es-MX" sz="2000" kern="1200" dirty="0" err="1"/>
            <a:t>suario</a:t>
          </a:r>
          <a:r>
            <a:rPr lang="es-MX" sz="2000" kern="1200" dirty="0"/>
            <a:t>, (g)</a:t>
          </a:r>
          <a:r>
            <a:rPr lang="es-MX" sz="2000" kern="1200" dirty="0" err="1"/>
            <a:t>rupo</a:t>
          </a:r>
          <a:r>
            <a:rPr lang="es-MX" sz="2000" kern="1200" dirty="0"/>
            <a:t> propietario, y (o)</a:t>
          </a:r>
          <a:r>
            <a:rPr lang="es-MX" sz="2000" kern="1200" dirty="0" err="1"/>
            <a:t>tro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Ver la propiedad y los permisos de archivo: </a:t>
          </a:r>
          <a:r>
            <a:rPr lang="es-MX" sz="2000" kern="1200" dirty="0" err="1"/>
            <a:t>ls</a:t>
          </a:r>
          <a:r>
            <a:rPr lang="es-MX" sz="2000" kern="1200" dirty="0"/>
            <a:t> -l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Modificar permisos de archivos: </a:t>
          </a:r>
          <a:r>
            <a:rPr lang="es-MX" sz="2000" kern="1200" dirty="0" err="1"/>
            <a:t>chmod</a:t>
          </a:r>
          <a:endParaRPr lang="es-CL" sz="2000" kern="1200" dirty="0"/>
        </a:p>
      </dsp:txBody>
      <dsp:txXfrm>
        <a:off x="0" y="622400"/>
        <a:ext cx="5263576" cy="31581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0887C-49AF-4959-A0CB-E93B3AC5E4DF}">
      <dsp:nvSpPr>
        <dsp:cNvPr id="0" name=""/>
        <dsp:cNvSpPr/>
      </dsp:nvSpPr>
      <dsp:spPr>
        <a:xfrm>
          <a:off x="0" y="2355113"/>
          <a:ext cx="5400978" cy="5152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b binario, un archivo generalmente ejecutable</a:t>
          </a:r>
          <a:endParaRPr lang="es-CL" sz="1400" kern="1200"/>
        </a:p>
      </dsp:txBody>
      <dsp:txXfrm>
        <a:off x="0" y="2355113"/>
        <a:ext cx="5400978" cy="515241"/>
      </dsp:txXfrm>
    </dsp:sp>
    <dsp:sp modelId="{988E0040-4C7C-4D5C-9A04-7BB2F973C79D}">
      <dsp:nvSpPr>
        <dsp:cNvPr id="0" name=""/>
        <dsp:cNvSpPr/>
      </dsp:nvSpPr>
      <dsp:spPr>
        <a:xfrm rot="10800000">
          <a:off x="0" y="1570401"/>
          <a:ext cx="5400978" cy="792441"/>
        </a:xfrm>
        <a:prstGeom prst="upArrowCallou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l link, es decir un enlace o acceso directo</a:t>
          </a:r>
          <a:endParaRPr lang="es-CL" sz="1400" kern="1200"/>
        </a:p>
      </dsp:txBody>
      <dsp:txXfrm rot="10800000">
        <a:off x="0" y="1570401"/>
        <a:ext cx="5400978" cy="514904"/>
      </dsp:txXfrm>
    </dsp:sp>
    <dsp:sp modelId="{461DFC96-AE98-4171-8EF5-E80C0D293426}">
      <dsp:nvSpPr>
        <dsp:cNvPr id="0" name=""/>
        <dsp:cNvSpPr/>
      </dsp:nvSpPr>
      <dsp:spPr>
        <a:xfrm rot="10800000">
          <a:off x="0" y="785688"/>
          <a:ext cx="5400978" cy="792441"/>
        </a:xfrm>
        <a:prstGeom prst="upArrowCallou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 representa un directorio</a:t>
          </a:r>
          <a:endParaRPr lang="es-CL" sz="1400" kern="1200" dirty="0"/>
        </a:p>
      </dsp:txBody>
      <dsp:txXfrm rot="10800000">
        <a:off x="0" y="785688"/>
        <a:ext cx="5400978" cy="514904"/>
      </dsp:txXfrm>
    </dsp:sp>
    <dsp:sp modelId="{472443FC-F3A6-4D96-87C2-6D1E5B64D4E8}">
      <dsp:nvSpPr>
        <dsp:cNvPr id="0" name=""/>
        <dsp:cNvSpPr/>
      </dsp:nvSpPr>
      <dsp:spPr>
        <a:xfrm rot="10800000">
          <a:off x="0" y="0"/>
          <a:ext cx="5400978" cy="792441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- un guion representa un archivo común (de texto, html, mp3, jpg, etc.)</a:t>
          </a:r>
          <a:endParaRPr lang="es-CL" sz="1400" kern="1200"/>
        </a:p>
      </dsp:txBody>
      <dsp:txXfrm rot="10800000">
        <a:off x="0" y="0"/>
        <a:ext cx="5400978" cy="514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213E7B1-72F3-4644-9303-0AC6A1B3EC03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3C07496-547B-41C3-867F-942261EC2B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00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r>
              <a:rPr lang="es-CL" dirty="0"/>
              <a:t>Locució</a:t>
            </a:r>
            <a:r>
              <a:rPr lang="es-CL" baseline="0" dirty="0"/>
              <a:t>n (1): </a:t>
            </a:r>
            <a:r>
              <a:rPr lang="es-ES" sz="1300" dirty="0"/>
              <a:t>Presentación de la asignatura</a:t>
            </a:r>
            <a:r>
              <a:rPr lang="es-CL" dirty="0">
                <a:effectLst/>
              </a:rPr>
              <a:t> 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5010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DB9E-1591-D0A5-374F-8861719F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EBE0F1-AD9F-4115-7855-48D360628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DB8017-E193-BDBC-8FBF-8FB4FA8AD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8DF322-A730-B706-1E5B-B017AB392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870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42D9-FCCA-DF38-AEE1-418E3A1A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6F853CB-3A15-A0D7-52BF-B089C173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957BF6-DAEC-6EF4-4204-612BBA3FA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0A0B6D-4FF0-6A67-13F4-9DE036B39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0855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3DEC-D3E9-A0BC-367C-5CE3B92B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BAA3F9-B2A5-67F8-DA9A-56D4E2CF2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B7D9C6-6B8A-6EF8-F377-605BA583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208D08-D3C4-FD56-55EB-A882977E6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9243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7542-4D5A-1C37-5311-13ADB0E1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95B592-73E5-4BB9-A1AB-AF95BF848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BE6DAD-44B3-6840-C107-CAD23D795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B19F35-0130-753F-D005-33B4B56D2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1926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E0E4-A4F3-92E6-472D-0D26B1DC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F2AC03-3ADE-D424-C0D0-BF37D4279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BB4318-4432-4F0F-DFF4-27D6BE2EF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EA6260-1167-B875-310A-53BC5B96B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7823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E1C27-7C98-6399-E00E-9A8A10DA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24F2B7-0756-FCA9-DAC1-D07148770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66D764-0BA3-499C-9239-7BE88F479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FE7B8D-BC1C-B6D6-792E-83E5BE0D4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904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67B8-84D4-DD93-87CA-5DADE42B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7663EE2-C3FE-7116-EA95-86585D9F0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F03B38-AF3E-C3D4-7A35-73741C376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7257C5-8B16-637B-EEC4-4CAA7B707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2014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5386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7BA0-1B90-7F0A-A3B9-EC1C4281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482DA5-6E33-C288-8288-7B8776C9B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A1BD6F-BD03-EA3C-0832-5DF84C61E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1A4A24-7115-1B7B-30FD-FB6FF3092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2235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2AB1-BB21-140E-29D4-BA5C05BF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D41954-7E7D-D4D0-6C38-9B0C73852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FA5E1C-C206-5EC0-EF76-E6CA4827E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9E1C28-AE8E-787E-9C7B-A05EC7E74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4619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C07496-547B-41C3-867F-942261EC2B8F}" type="slidenum">
              <a:rPr kumimoji="0" lang="es-C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C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768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AA8D-D153-628B-61DD-A186E22F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45213C-4088-62D3-AECF-AA616AFCC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C63AD8-B328-1AC4-EC87-04C7D1944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8B6D79-B3C6-E5BE-EC53-8511B2F77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C07496-547B-41C3-867F-942261EC2B8F}" type="slidenum">
              <a:rPr kumimoji="0" lang="es-C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C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80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1FF8-6C38-2A7B-5030-16344312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C2014C-994F-7790-276A-DA41AC26E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82DA8D-F465-7597-421E-3CC985444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0A983E-B26D-F790-D793-C85F0FA7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2938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C07496-547B-41C3-867F-942261EC2B8F}" type="slidenum">
              <a:rPr kumimoji="0" lang="es-C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C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843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C07496-547B-41C3-867F-942261EC2B8F}" type="slidenum">
              <a:rPr kumimoji="0" lang="es-C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C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807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C07496-547B-41C3-867F-942261EC2B8F}" type="slidenum">
              <a:rPr kumimoji="0" lang="es-CL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CL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277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r>
              <a:rPr lang="es-CL" dirty="0"/>
              <a:t>Locució</a:t>
            </a:r>
            <a:r>
              <a:rPr lang="es-CL" baseline="0" dirty="0"/>
              <a:t>n (1): </a:t>
            </a:r>
            <a:r>
              <a:rPr lang="es-ES" sz="1300" dirty="0"/>
              <a:t>Presentación de la asignatura</a:t>
            </a:r>
            <a:r>
              <a:rPr lang="es-CL" dirty="0">
                <a:effectLst/>
              </a:rPr>
              <a:t> 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C07496-547B-41C3-867F-942261EC2B8F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8538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6 Rectángulo"/>
          <p:cNvSpPr/>
          <p:nvPr userDrawn="1"/>
        </p:nvSpPr>
        <p:spPr>
          <a:xfrm>
            <a:off x="12209488" y="-21265"/>
            <a:ext cx="280736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buFontTx/>
              <a:buNone/>
              <a:defRPr/>
            </a:pPr>
            <a:r>
              <a:rPr lang="es-CL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NOTAS INSTRUCCIONALES</a:t>
            </a:r>
          </a:p>
          <a:p>
            <a:pPr marL="0" indent="0" algn="ctr">
              <a:buFontTx/>
              <a:buNone/>
              <a:defRPr/>
            </a:pPr>
            <a:endParaRPr lang="es-CL" sz="1600" dirty="0">
              <a:solidFill>
                <a:srgbClr val="FF0000"/>
              </a:solidFill>
            </a:endParaRPr>
          </a:p>
          <a:p>
            <a:pPr marL="0" indent="0" algn="ctr">
              <a:buFontTx/>
              <a:buNone/>
              <a:defRPr/>
            </a:pPr>
            <a:endParaRPr lang="es-CL" sz="160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FontTx/>
              <a:buNone/>
              <a:defRPr/>
            </a:pPr>
            <a:endParaRPr lang="es-C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34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97" b="16794"/>
          <a:stretch/>
        </p:blipFill>
        <p:spPr>
          <a:xfrm>
            <a:off x="-1" y="-1"/>
            <a:ext cx="12204537" cy="880217"/>
          </a:xfrm>
          <a:prstGeom prst="rect">
            <a:avLst/>
          </a:prstGeom>
        </p:spPr>
      </p:pic>
      <p:pic>
        <p:nvPicPr>
          <p:cNvPr id="12" name="Imagen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51" y="0"/>
            <a:ext cx="1850286" cy="87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7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166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257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810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044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40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585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269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77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933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EB600-5D99-40B0-901D-85C82512F974}" type="datetimeFigureOut">
              <a:rPr lang="es-CL" smtClean="0"/>
              <a:t>05-06-2026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6D2D7-FEDE-4BCC-B75C-593DEE3059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696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55" y="5319350"/>
            <a:ext cx="7430135" cy="1374775"/>
          </a:xfrm>
          <a:prstGeom prst="rect">
            <a:avLst/>
          </a:prstGeom>
        </p:spPr>
      </p:pic>
      <p:pic>
        <p:nvPicPr>
          <p:cNvPr id="10" name="Imagen 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088" y="0"/>
            <a:ext cx="2155825" cy="1022350"/>
          </a:xfrm>
          <a:prstGeom prst="rect">
            <a:avLst/>
          </a:prstGeom>
        </p:spPr>
      </p:pic>
      <p:sp>
        <p:nvSpPr>
          <p:cNvPr id="6" name="CuadroTexto 6"/>
          <p:cNvSpPr txBox="1"/>
          <p:nvPr/>
        </p:nvSpPr>
        <p:spPr>
          <a:xfrm>
            <a:off x="168955" y="4279053"/>
            <a:ext cx="8073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bg1"/>
                </a:solidFill>
                <a:latin typeface="Myriad pro" panose="020B0503030403020204" pitchFamily="34" charset="0"/>
              </a:rPr>
              <a:t>Amazon Linux </a:t>
            </a:r>
          </a:p>
          <a:p>
            <a:endParaRPr lang="es-CL" sz="3200" b="1" dirty="0">
              <a:solidFill>
                <a:schemeClr val="bg1"/>
              </a:solidFill>
              <a:latin typeface="Myriad pro" panose="020B0503030403020204" pitchFamily="34" charset="0"/>
            </a:endParaRPr>
          </a:p>
          <a:p>
            <a:r>
              <a:rPr lang="es-CL" sz="2000" dirty="0">
                <a:solidFill>
                  <a:schemeClr val="bg1"/>
                </a:solidFill>
                <a:latin typeface="Myriad pro" panose="020B0503030403020204" pitchFamily="34" charset="0"/>
              </a:rPr>
              <a:t>Unidad 3: Sistemas operativos de red  Linux </a:t>
            </a:r>
          </a:p>
        </p:txBody>
      </p:sp>
    </p:spTree>
    <p:extLst>
      <p:ext uri="{BB962C8B-B14F-4D97-AF65-F5344CB8AC3E}">
        <p14:creationId xmlns:p14="http://schemas.microsoft.com/office/powerpoint/2010/main" val="259603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673C-9EC3-B248-A48E-B9BF9E88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778CC0BF-9669-4030-DEBF-23403FF4F329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426965-9B8B-8F14-F727-24BD4C06F413}"/>
              </a:ext>
            </a:extLst>
          </p:cNvPr>
          <p:cNvSpPr txBox="1"/>
          <p:nvPr/>
        </p:nvSpPr>
        <p:spPr>
          <a:xfrm>
            <a:off x="3064918" y="859066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3200" b="1" dirty="0">
                <a:solidFill>
                  <a:srgbClr val="708CA1"/>
                </a:solidFill>
                <a:latin typeface="Arial"/>
                <a:ea typeface="+mj-ea"/>
              </a:rPr>
              <a:t>Caracteres y </a:t>
            </a:r>
            <a:r>
              <a:rPr 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strings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31F5E6-64A0-AA51-B2F4-38833D5AB74B}"/>
              </a:ext>
            </a:extLst>
          </p:cNvPr>
          <p:cNvSpPr txBox="1"/>
          <p:nvPr/>
        </p:nvSpPr>
        <p:spPr>
          <a:xfrm>
            <a:off x="518810" y="1506791"/>
            <a:ext cx="11196322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Los caracteres son unidades de información que se representan con símbolos. Pueden ser de varios tipos como alfanuméricos, números enteros, signos de puntuación. Varios caracteres son interpretados por la </a:t>
            </a:r>
            <a:r>
              <a:rPr lang="es-CL" dirty="0" err="1"/>
              <a:t>shell</a:t>
            </a:r>
            <a:r>
              <a:rPr lang="es-CL" dirty="0"/>
              <a:t> de manera especial. Estos se llaman caracteres especiales, claro, y permiten desarrollar alguna lógica, dependiendo del contexto. Por ejemplo, algunos caracteres: @ # . ? ! , / \ &gt; ~ a µ g § R.</a:t>
            </a: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D4CAE0D-FACB-EE69-E650-10908A2D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559" y="3327195"/>
            <a:ext cx="8574118" cy="12890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A00F877-B9F2-F07F-52AC-C0AB81400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559" y="5006273"/>
            <a:ext cx="8620188" cy="112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1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C8556-0FAA-AA9D-B754-9ECD4506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775D5A3B-689D-03B1-153B-7A469DDFF19D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F4013F-7DE1-FE65-E776-9ABE0050DEA9}"/>
              </a:ext>
            </a:extLst>
          </p:cNvPr>
          <p:cNvSpPr txBox="1"/>
          <p:nvPr/>
        </p:nvSpPr>
        <p:spPr>
          <a:xfrm>
            <a:off x="3064918" y="859066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3200" b="1" dirty="0">
                <a:solidFill>
                  <a:srgbClr val="708CA1"/>
                </a:solidFill>
                <a:latin typeface="Arial"/>
                <a:ea typeface="+mj-ea"/>
              </a:rPr>
              <a:t>Caracteres y </a:t>
            </a:r>
            <a:r>
              <a:rPr 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strings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673D08-48E9-B87A-788C-657FFFD209F9}"/>
              </a:ext>
            </a:extLst>
          </p:cNvPr>
          <p:cNvSpPr txBox="1"/>
          <p:nvPr/>
        </p:nvSpPr>
        <p:spPr>
          <a:xfrm>
            <a:off x="518810" y="1506791"/>
            <a:ext cx="1119632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Los </a:t>
            </a:r>
            <a:r>
              <a:rPr lang="es-CL" dirty="0" err="1"/>
              <a:t>wildcards</a:t>
            </a:r>
            <a:r>
              <a:rPr lang="es-CL" dirty="0"/>
              <a:t> o wild </a:t>
            </a:r>
            <a:r>
              <a:rPr lang="es-CL" dirty="0" err="1"/>
              <a:t>characters</a:t>
            </a:r>
            <a:r>
              <a:rPr lang="es-CL" dirty="0"/>
              <a:t> son símbolos utilizados para representar uno o más caracteres. Se pueden utilizar con otros comandos para facilitar el procesamiento o búsqueda de archivos, directorios y datos en general.</a:t>
            </a: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173DBE-F024-99D7-0FBE-F274AD3DF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7" y="2595284"/>
            <a:ext cx="10794649" cy="314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0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5024-24D7-7AC8-72FC-1992137A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34B285F5-6E7A-7A3B-9B74-7419E40EED56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B117AA-8D8D-69AB-6371-55412BB6FBB1}"/>
              </a:ext>
            </a:extLst>
          </p:cNvPr>
          <p:cNvSpPr txBox="1"/>
          <p:nvPr/>
        </p:nvSpPr>
        <p:spPr>
          <a:xfrm>
            <a:off x="3064918" y="859066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3200" b="1" dirty="0">
                <a:solidFill>
                  <a:srgbClr val="708CA1"/>
                </a:solidFill>
                <a:latin typeface="Arial"/>
                <a:ea typeface="+mj-ea"/>
              </a:rPr>
              <a:t>Caracteres y </a:t>
            </a:r>
            <a:r>
              <a:rPr 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strings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1D971DE-2ED1-CDCB-388F-DF908FBB21A6}"/>
              </a:ext>
            </a:extLst>
          </p:cNvPr>
          <p:cNvSpPr txBox="1"/>
          <p:nvPr/>
        </p:nvSpPr>
        <p:spPr>
          <a:xfrm>
            <a:off x="518810" y="1319066"/>
            <a:ext cx="11196322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dirty="0"/>
              <a:t>Podemos listar todos los archivos que </a:t>
            </a:r>
            <a:r>
              <a:rPr lang="es-CL" dirty="0" err="1"/>
              <a:t>empicen</a:t>
            </a:r>
            <a:r>
              <a:rPr lang="es-CL" dirty="0"/>
              <a:t> por el </a:t>
            </a:r>
            <a:r>
              <a:rPr lang="es-CL" dirty="0" err="1"/>
              <a:t>string</a:t>
            </a:r>
            <a:r>
              <a:rPr lang="es-CL" dirty="0"/>
              <a:t> ejemplo:</a:t>
            </a:r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r>
              <a:rPr lang="es-CL" dirty="0"/>
              <a:t>listar todos los archivos que terminen por el </a:t>
            </a:r>
            <a:r>
              <a:rPr lang="es-CL" dirty="0" err="1"/>
              <a:t>string</a:t>
            </a:r>
            <a:r>
              <a:rPr lang="es-CL" dirty="0"/>
              <a:t> .</a:t>
            </a:r>
            <a:r>
              <a:rPr lang="es-CL" dirty="0" err="1"/>
              <a:t>txt</a:t>
            </a:r>
            <a:r>
              <a:rPr lang="es-CL" dirty="0"/>
              <a:t>:</a:t>
            </a: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A3481F-9AAB-47BC-CC58-B929FA689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18" y="1825285"/>
            <a:ext cx="7330304" cy="15320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DD4EF59-0663-C4FC-B80C-C4BBFA86B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18" y="4482057"/>
            <a:ext cx="7391454" cy="146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9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9A6D-8464-9A92-84BD-82F4B39A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BE1D609F-0933-1103-8523-64BEE56C40BD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C7F895-0DD4-385F-0A44-B998BC527985}"/>
              </a:ext>
            </a:extLst>
          </p:cNvPr>
          <p:cNvSpPr txBox="1"/>
          <p:nvPr/>
        </p:nvSpPr>
        <p:spPr>
          <a:xfrm>
            <a:off x="3064918" y="859066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3200" b="1" dirty="0">
                <a:solidFill>
                  <a:srgbClr val="708CA1"/>
                </a:solidFill>
                <a:latin typeface="Arial"/>
                <a:ea typeface="+mj-ea"/>
              </a:rPr>
              <a:t>Caracteres y </a:t>
            </a:r>
            <a:r>
              <a:rPr 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strings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A7724B-913B-8B91-C8A9-A23E9B7F2325}"/>
              </a:ext>
            </a:extLst>
          </p:cNvPr>
          <p:cNvSpPr txBox="1"/>
          <p:nvPr/>
        </p:nvSpPr>
        <p:spPr>
          <a:xfrm>
            <a:off x="518810" y="1319066"/>
            <a:ext cx="11196322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dirty="0"/>
              <a:t>Buscar todos los archivos contengan la palabra ejemplo pero con 3 caracteres desconocidos antes:</a:t>
            </a:r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MX" dirty="0"/>
          </a:p>
          <a:p>
            <a:pPr algn="just">
              <a:lnSpc>
                <a:spcPct val="150000"/>
              </a:lnSpc>
            </a:pPr>
            <a:r>
              <a:rPr lang="es-MX" dirty="0"/>
              <a:t>Buscar los archivos que terminen con el número 1 o 2 en su nombre antes de la extensión del archivo:</a:t>
            </a: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DA83F2-14F8-8666-50E2-35830D2E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70" y="1881353"/>
            <a:ext cx="6239535" cy="16253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AD4371A-E9D7-56F7-53DE-DECCE9BCB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70" y="4408581"/>
            <a:ext cx="9180989" cy="12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6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DF48-2B72-571D-F106-0F7E87A6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E4809DEE-F066-026A-6DA9-E325D85AE7D9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1F72F72-12F6-B368-76E7-29DED62FB2C2}"/>
              </a:ext>
            </a:extLst>
          </p:cNvPr>
          <p:cNvSpPr txBox="1"/>
          <p:nvPr/>
        </p:nvSpPr>
        <p:spPr>
          <a:xfrm>
            <a:off x="3064918" y="859066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3200" b="1" dirty="0">
                <a:solidFill>
                  <a:srgbClr val="708CA1"/>
                </a:solidFill>
                <a:latin typeface="Arial"/>
                <a:ea typeface="+mj-ea"/>
              </a:rPr>
              <a:t>Caracteres y </a:t>
            </a:r>
            <a:r>
              <a:rPr 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strings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A22300-E51F-8889-8843-10C5FF1328DB}"/>
              </a:ext>
            </a:extLst>
          </p:cNvPr>
          <p:cNvSpPr txBox="1"/>
          <p:nvPr/>
        </p:nvSpPr>
        <p:spPr>
          <a:xfrm>
            <a:off x="518810" y="1319066"/>
            <a:ext cx="11196322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dirty="0"/>
              <a:t>Todos los archivos que contengan por a o j:</a:t>
            </a:r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r>
              <a:rPr lang="es-CL" dirty="0"/>
              <a:t>Borramos todos estor archivos:</a:t>
            </a:r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CL" dirty="0"/>
          </a:p>
          <a:p>
            <a:pPr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865047-2EDC-132F-B492-5C2717ED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88" y="1738350"/>
            <a:ext cx="8286811" cy="28479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F723E47-47D1-4353-F7BD-944128353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89" y="5119650"/>
            <a:ext cx="8286810" cy="126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5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5D32-09D0-B646-79CE-3927F559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579C28B9-920A-19FE-0CD3-BCF0A62A0684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9B67A0-FDC8-E37E-CAB7-062BEEBAEF32}"/>
              </a:ext>
            </a:extLst>
          </p:cNvPr>
          <p:cNvSpPr txBox="1"/>
          <p:nvPr/>
        </p:nvSpPr>
        <p:spPr>
          <a:xfrm>
            <a:off x="3064918" y="859066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/>
                <a:ea typeface="+mj-ea"/>
              </a:rPr>
              <a:t>El comando </a:t>
            </a:r>
            <a:r>
              <a:rPr lang="en-US" altLang="es-CL" sz="3200" b="1" dirty="0">
                <a:solidFill>
                  <a:srgbClr val="708CA1"/>
                </a:solidFill>
                <a:latin typeface="Arial"/>
                <a:ea typeface="+mj-ea"/>
              </a:rPr>
              <a:t>Fi</a:t>
            </a:r>
            <a:r>
              <a:rPr kumimoji="0" lang="en-US" alt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/>
                <a:ea typeface="+mj-ea"/>
              </a:rPr>
              <a:t>le</a:t>
            </a:r>
            <a:endParaRPr kumimoji="0" lang="es-CL" sz="3600" b="0" i="0" u="none" strike="noStrike" kern="1200" cap="none" spc="0" normalizeH="0" baseline="0" noProof="0" dirty="0">
              <a:ln>
                <a:noFill/>
              </a:ln>
              <a:solidFill>
                <a:srgbClr val="DE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0B56E4-E232-7C37-E8A1-2DB5F2CB2BAE}"/>
              </a:ext>
            </a:extLst>
          </p:cNvPr>
          <p:cNvSpPr txBox="1"/>
          <p:nvPr/>
        </p:nvSpPr>
        <p:spPr>
          <a:xfrm>
            <a:off x="518810" y="1646070"/>
            <a:ext cx="1119632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file [OPCIONES] [ARCHIVO...]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Prueba FILE(s) para determinar el tipo de archivo y muestra los resultados en la salida estándar.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479B45-EB3A-F59E-3380-582D10228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36" y="2622006"/>
            <a:ext cx="8339988" cy="128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05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D22E-F032-1F9C-48ED-DC1CBE86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61E9233B-3118-2703-3677-7B7C0990C8A6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F179A6-EEB7-1314-8769-C66EFC7988DE}"/>
              </a:ext>
            </a:extLst>
          </p:cNvPr>
          <p:cNvSpPr txBox="1"/>
          <p:nvPr/>
        </p:nvSpPr>
        <p:spPr>
          <a:xfrm>
            <a:off x="2792415" y="901455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/>
                <a:ea typeface="+mj-ea"/>
              </a:rPr>
              <a:t>El comando</a:t>
            </a:r>
            <a:r>
              <a:rPr lang="en-US" altLang="es-CL" sz="3200" b="1" dirty="0">
                <a:solidFill>
                  <a:srgbClr val="708CA1"/>
                </a:solidFill>
                <a:latin typeface="Arial"/>
                <a:ea typeface="+mj-ea"/>
              </a:rPr>
              <a:t> Head</a:t>
            </a:r>
            <a:endParaRPr kumimoji="0" lang="es-CL" sz="3600" b="0" i="0" u="none" strike="noStrike" kern="1200" cap="none" spc="0" normalizeH="0" baseline="0" noProof="0" dirty="0">
              <a:ln>
                <a:noFill/>
              </a:ln>
              <a:solidFill>
                <a:srgbClr val="DE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565183-94BB-5DF3-1F61-1553119D5A88}"/>
              </a:ext>
            </a:extLst>
          </p:cNvPr>
          <p:cNvSpPr txBox="1"/>
          <p:nvPr/>
        </p:nvSpPr>
        <p:spPr>
          <a:xfrm>
            <a:off x="518810" y="1646070"/>
            <a:ext cx="11196322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1775" indent="-231775" algn="just">
              <a:lnSpc>
                <a:spcPct val="150000"/>
              </a:lnSpc>
              <a:buClr>
                <a:srgbClr val="708CA1"/>
              </a:buClr>
              <a:buFont typeface="Wingdings" panose="05000000000000000000" pitchFamily="2" charset="2"/>
              <a:buChar char=""/>
              <a:tabLst>
                <a:tab pos="231775" algn="l"/>
                <a:tab pos="336550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</a:tabLst>
            </a:pPr>
            <a:r>
              <a:rPr lang="en-US" altLang="es-CL" dirty="0"/>
              <a:t>head [OPCIONES] [ARCHIVO...]</a:t>
            </a:r>
          </a:p>
          <a:p>
            <a:pPr marL="231775" indent="-231775" algn="just">
              <a:lnSpc>
                <a:spcPct val="150000"/>
              </a:lnSpc>
              <a:buClr>
                <a:srgbClr val="708CA1"/>
              </a:buClr>
              <a:buFont typeface="Wingdings" panose="05000000000000000000" pitchFamily="2" charset="2"/>
              <a:buChar char=""/>
              <a:tabLst>
                <a:tab pos="231775" algn="l"/>
                <a:tab pos="336550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</a:tabLst>
            </a:pPr>
            <a:r>
              <a:rPr lang="en-US" altLang="es-CL" dirty="0" err="1"/>
              <a:t>Algunas</a:t>
            </a:r>
            <a:r>
              <a:rPr lang="en-US" altLang="es-CL" dirty="0"/>
              <a:t> veces </a:t>
            </a:r>
            <a:r>
              <a:rPr lang="en-US" altLang="es-CL" dirty="0" err="1"/>
              <a:t>todo</a:t>
            </a:r>
            <a:r>
              <a:rPr lang="en-US" altLang="es-CL" dirty="0"/>
              <a:t> lo que se </a:t>
            </a:r>
            <a:r>
              <a:rPr lang="en-US" altLang="es-CL" dirty="0" err="1"/>
              <a:t>necesita</a:t>
            </a:r>
            <a:r>
              <a:rPr lang="en-US" altLang="es-CL" dirty="0"/>
              <a:t> al </a:t>
            </a:r>
            <a:r>
              <a:rPr lang="en-US" altLang="es-CL" dirty="0" err="1"/>
              <a:t>examinar</a:t>
            </a:r>
            <a:r>
              <a:rPr lang="en-US" altLang="es-CL" dirty="0"/>
              <a:t> un archivo es </a:t>
            </a:r>
            <a:r>
              <a:rPr lang="en-US" altLang="es-CL" dirty="0" err="1"/>
              <a:t>ver</a:t>
            </a:r>
            <a:r>
              <a:rPr lang="en-US" altLang="es-CL" dirty="0"/>
              <a:t> las </a:t>
            </a:r>
            <a:r>
              <a:rPr lang="en-US" altLang="es-CL" dirty="0" err="1"/>
              <a:t>primeras</a:t>
            </a:r>
            <a:r>
              <a:rPr lang="en-US" altLang="es-CL" dirty="0"/>
              <a:t> </a:t>
            </a:r>
            <a:r>
              <a:rPr lang="en-US" altLang="es-CL" dirty="0" err="1"/>
              <a:t>líneas</a:t>
            </a:r>
            <a:r>
              <a:rPr lang="en-US" altLang="es-CL" dirty="0"/>
              <a:t> del archivo. El comando </a:t>
            </a:r>
            <a:r>
              <a:rPr lang="en-US" altLang="es-CL" b="1" dirty="0"/>
              <a:t>head </a:t>
            </a:r>
            <a:r>
              <a:rPr lang="en-US" altLang="es-CL" dirty="0" err="1"/>
              <a:t>nos</a:t>
            </a:r>
            <a:r>
              <a:rPr lang="en-US" altLang="es-CL" dirty="0"/>
              <a:t> </a:t>
            </a:r>
            <a:r>
              <a:rPr lang="en-US" altLang="es-CL" dirty="0" err="1"/>
              <a:t>permite</a:t>
            </a:r>
            <a:r>
              <a:rPr lang="en-US" altLang="es-CL" dirty="0"/>
              <a:t> </a:t>
            </a:r>
            <a:r>
              <a:rPr lang="en-US" altLang="es-CL" dirty="0" err="1"/>
              <a:t>hacer</a:t>
            </a:r>
            <a:r>
              <a:rPr lang="en-US" altLang="es-CL" dirty="0"/>
              <a:t> </a:t>
            </a:r>
            <a:r>
              <a:rPr lang="en-US" altLang="es-CL" dirty="0" err="1"/>
              <a:t>esto</a:t>
            </a:r>
            <a:r>
              <a:rPr lang="en-US" altLang="es-CL" dirty="0"/>
              <a:t>.</a:t>
            </a:r>
          </a:p>
          <a:p>
            <a:pPr marL="231775" indent="-231775" algn="just">
              <a:lnSpc>
                <a:spcPct val="150000"/>
              </a:lnSpc>
              <a:buClr>
                <a:srgbClr val="708CA1"/>
              </a:buClr>
              <a:buFont typeface="Wingdings" panose="05000000000000000000" pitchFamily="2" charset="2"/>
              <a:buChar char=""/>
              <a:tabLst>
                <a:tab pos="231775" algn="l"/>
                <a:tab pos="336550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</a:tabLst>
            </a:pPr>
            <a:r>
              <a:rPr lang="en-US" b="1" dirty="0" err="1"/>
              <a:t>Opciones</a:t>
            </a:r>
            <a:r>
              <a:rPr lang="en-US" b="1" dirty="0"/>
              <a:t>:</a:t>
            </a:r>
          </a:p>
          <a:p>
            <a:pPr marL="231775" indent="-231775" algn="just">
              <a:lnSpc>
                <a:spcPct val="150000"/>
              </a:lnSpc>
              <a:buClr>
                <a:srgbClr val="708CA1"/>
              </a:buClr>
              <a:buFont typeface="Wingdings" panose="05000000000000000000" pitchFamily="2" charset="2"/>
              <a:buChar char=""/>
              <a:tabLst>
                <a:tab pos="231775" algn="l"/>
                <a:tab pos="336550" algn="l"/>
                <a:tab pos="785813" algn="l"/>
                <a:tab pos="1235075" algn="l"/>
                <a:tab pos="1684338" algn="l"/>
                <a:tab pos="2133600" algn="l"/>
                <a:tab pos="2582863" algn="l"/>
                <a:tab pos="3032125" algn="l"/>
                <a:tab pos="3481388" algn="l"/>
                <a:tab pos="3930650" algn="l"/>
                <a:tab pos="4379913" algn="l"/>
                <a:tab pos="4829175" algn="l"/>
                <a:tab pos="5278438" algn="l"/>
                <a:tab pos="5727700" algn="l"/>
                <a:tab pos="6176963" algn="l"/>
                <a:tab pos="6626225" algn="l"/>
                <a:tab pos="7075488" algn="l"/>
                <a:tab pos="7524750" algn="l"/>
                <a:tab pos="7974013" algn="l"/>
                <a:tab pos="8423275" algn="l"/>
                <a:tab pos="8872538" algn="l"/>
              </a:tabLst>
            </a:pPr>
            <a:r>
              <a:rPr lang="en-US" dirty="0"/>
              <a:t> –n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lineas</a:t>
            </a: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266F12-352D-0632-03CA-7032B8470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93" y="3882769"/>
            <a:ext cx="9435430" cy="239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0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DA2DADF-7B31-513A-ED11-78123C65F317}"/>
              </a:ext>
            </a:extLst>
          </p:cNvPr>
          <p:cNvSpPr txBox="1"/>
          <p:nvPr/>
        </p:nvSpPr>
        <p:spPr>
          <a:xfrm>
            <a:off x="2770866" y="1016402"/>
            <a:ext cx="6100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s-CL" sz="3200" b="1" dirty="0">
                <a:solidFill>
                  <a:srgbClr val="708CA1"/>
                </a:solidFill>
                <a:latin typeface="Arial"/>
                <a:ea typeface="+mj-ea"/>
              </a:rPr>
              <a:t>Modificación de archivos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CF6BFBC-F34C-2FB5-921B-42A8F2E9C2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466932"/>
              </p:ext>
            </p:extLst>
          </p:nvPr>
        </p:nvGraphicFramePr>
        <p:xfrm>
          <a:off x="645029" y="2078930"/>
          <a:ext cx="10677223" cy="3116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151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DEC1-CD54-77A3-191E-B30AF0F6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EFF139B-18DF-72EB-CAB0-E2DFF6813428}"/>
              </a:ext>
            </a:extLst>
          </p:cNvPr>
          <p:cNvSpPr txBox="1"/>
          <p:nvPr/>
        </p:nvSpPr>
        <p:spPr>
          <a:xfrm>
            <a:off x="2829107" y="959817"/>
            <a:ext cx="6100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/>
                <a:ea typeface="+mj-ea"/>
              </a:rPr>
              <a:t>Editor De Texto Nano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ED5523-F8A3-D940-ECE0-0D41436291CD}"/>
              </a:ext>
            </a:extLst>
          </p:cNvPr>
          <p:cNvSpPr txBox="1"/>
          <p:nvPr/>
        </p:nvSpPr>
        <p:spPr>
          <a:xfrm>
            <a:off x="332110" y="1898304"/>
            <a:ext cx="4874728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Sintaxis: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nano [OPCIONES] [ARCHIVO]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err="1"/>
              <a:t>Ctrl</a:t>
            </a:r>
            <a:r>
              <a:rPr lang="es-MX" dirty="0"/>
              <a:t> + O : Guarda el archivo actual ("</a:t>
            </a:r>
            <a:r>
              <a:rPr lang="es-MX" dirty="0" err="1"/>
              <a:t>Write</a:t>
            </a:r>
            <a:r>
              <a:rPr lang="es-MX" dirty="0"/>
              <a:t> </a:t>
            </a:r>
            <a:r>
              <a:rPr lang="es-MX" dirty="0" err="1"/>
              <a:t>Out</a:t>
            </a:r>
            <a:r>
              <a:rPr lang="es-MX" dirty="0"/>
              <a:t>"). Te pedirá un nombre de archivo si es nuevo.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err="1"/>
              <a:t>Ctrl</a:t>
            </a:r>
            <a:r>
              <a:rPr lang="es-MX" dirty="0"/>
              <a:t> + X: Cierra nano. Si hay cambios sin guardar, te preguntará si deseas guardarlos.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B077B2-FF76-5ECC-BA4F-C71361969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71" y="1672609"/>
            <a:ext cx="6523654" cy="426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6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14ED-AF99-CF9A-783B-EB7CCC20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AE9E313-C3A9-B8E4-ACF7-08D96543A2C9}"/>
              </a:ext>
            </a:extLst>
          </p:cNvPr>
          <p:cNvSpPr txBox="1"/>
          <p:nvPr/>
        </p:nvSpPr>
        <p:spPr>
          <a:xfrm>
            <a:off x="2829107" y="959817"/>
            <a:ext cx="6100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/>
                <a:ea typeface="+mj-ea"/>
              </a:rPr>
              <a:t>Editor de texto Vim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DC0493-62C9-31CC-20C4-CF24BB45EF86}"/>
              </a:ext>
            </a:extLst>
          </p:cNvPr>
          <p:cNvSpPr txBox="1"/>
          <p:nvPr/>
        </p:nvSpPr>
        <p:spPr>
          <a:xfrm>
            <a:off x="562364" y="2463058"/>
            <a:ext cx="4228373" cy="92333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Sintaxis:</a:t>
            </a:r>
          </a:p>
          <a:p>
            <a:pPr algn="just">
              <a:lnSpc>
                <a:spcPct val="150000"/>
              </a:lnSpc>
            </a:pPr>
            <a:r>
              <a:rPr lang="es-MX" dirty="0" err="1"/>
              <a:t>vim</a:t>
            </a:r>
            <a:r>
              <a:rPr lang="es-MX" dirty="0"/>
              <a:t> [ARCHIVO]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9FE36F91-55CD-C9DC-1896-F6473BDA6C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3879843"/>
              </p:ext>
            </p:extLst>
          </p:nvPr>
        </p:nvGraphicFramePr>
        <p:xfrm>
          <a:off x="2829107" y="1483770"/>
          <a:ext cx="8519141" cy="3294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DB0ADF5A-48C0-4186-EA26-72E4DADED9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871" y="4991097"/>
            <a:ext cx="10889319" cy="76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6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6387F5-0DDB-D00B-DAC5-4F7F2E30D6DE}"/>
              </a:ext>
            </a:extLst>
          </p:cNvPr>
          <p:cNvSpPr txBox="1"/>
          <p:nvPr/>
        </p:nvSpPr>
        <p:spPr>
          <a:xfrm>
            <a:off x="3043947" y="903761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 Creación de Usuarios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31A90D-1662-345F-7391-10F8C9D0BA4D}"/>
              </a:ext>
            </a:extLst>
          </p:cNvPr>
          <p:cNvSpPr txBox="1"/>
          <p:nvPr/>
        </p:nvSpPr>
        <p:spPr>
          <a:xfrm>
            <a:off x="605563" y="1564182"/>
            <a:ext cx="1119632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Sintaxis :  sudo </a:t>
            </a:r>
            <a:r>
              <a:rPr lang="es-MX" dirty="0" err="1"/>
              <a:t>useradd</a:t>
            </a:r>
            <a:r>
              <a:rPr lang="es-MX" dirty="0"/>
              <a:t> [opciones] </a:t>
            </a:r>
            <a:r>
              <a:rPr lang="es-MX" dirty="0" err="1"/>
              <a:t>nombre_usuario</a:t>
            </a:r>
            <a:endParaRPr lang="es-MX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Propósito: Agrega una nueva cuenta de usuario al sistema.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La creación de usuarios  requiere privilegios de </a:t>
            </a:r>
            <a:r>
              <a:rPr lang="es-MX" dirty="0" err="1"/>
              <a:t>root</a:t>
            </a:r>
            <a:r>
              <a:rPr lang="es-MX" dirty="0"/>
              <a:t>, para eso usamos usando sudo: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-m: Crea el directorio personal del usuario (ej. /home/</a:t>
            </a:r>
            <a:r>
              <a:rPr lang="es-MX" dirty="0" err="1"/>
              <a:t>nombre_usuario</a:t>
            </a:r>
            <a:r>
              <a:rPr lang="es-MX" dirty="0"/>
              <a:t>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Al crear un nuevo usuario se debe asignar un </a:t>
            </a:r>
            <a:r>
              <a:rPr lang="es-MX" dirty="0" err="1"/>
              <a:t>password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6A657A-B185-CEE4-8D81-34D40AF11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306" y="3983525"/>
            <a:ext cx="6791375" cy="18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10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0564-FB8D-645B-7E63-47F1E44B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B24ACD01-BCDB-00CF-A4BC-0DA0C889A121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2DB389-54DB-FA5F-1DDE-2636419341D6}"/>
              </a:ext>
            </a:extLst>
          </p:cNvPr>
          <p:cNvSpPr txBox="1"/>
          <p:nvPr/>
        </p:nvSpPr>
        <p:spPr>
          <a:xfrm>
            <a:off x="3043947" y="903761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 Inicio de sesión de Usuarios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C73F5B-D1CB-A1FB-3148-E4EB66C9E9F3}"/>
              </a:ext>
            </a:extLst>
          </p:cNvPr>
          <p:cNvSpPr txBox="1"/>
          <p:nvPr/>
        </p:nvSpPr>
        <p:spPr>
          <a:xfrm>
            <a:off x="518810" y="1443841"/>
            <a:ext cx="1119632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El usuario debe iniciar sesión para poder ingresar a su home.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54FD34-0B19-C1EB-C4DB-27D75EA0E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36" y="2028616"/>
            <a:ext cx="8775415" cy="138090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5B09E3B-30C8-0A10-1286-1E5E0C4FA486}"/>
              </a:ext>
            </a:extLst>
          </p:cNvPr>
          <p:cNvSpPr txBox="1"/>
          <p:nvPr/>
        </p:nvSpPr>
        <p:spPr>
          <a:xfrm>
            <a:off x="1058478" y="3831089"/>
            <a:ext cx="106566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Registro de auditoría: Tras ingresar la clave con éxito, el sistema operativo despliega el mensaje informativo de seguridad: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Last </a:t>
            </a:r>
            <a:r>
              <a:rPr lang="es-MX" dirty="0" err="1"/>
              <a:t>login</a:t>
            </a:r>
            <a:r>
              <a:rPr lang="es-MX" dirty="0"/>
              <a:t>: Tue Jun  2 02:19:40 UTC 2026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pts</a:t>
            </a:r>
            <a:r>
              <a:rPr lang="es-MX" dirty="0"/>
              <a:t>/9Esto indica que el último acceso previo de este usuario ocurrió el martes 2 de junio de 2026 a las 02:19:40 UTC, a través de la terminal virtual </a:t>
            </a:r>
            <a:r>
              <a:rPr lang="es-MX" dirty="0" err="1"/>
              <a:t>pts</a:t>
            </a:r>
            <a:r>
              <a:rPr lang="es-MX" dirty="0"/>
              <a:t>/9.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0980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9C08-2176-3583-7ECF-E06F4A34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FAE3F375-7DAE-1E1A-C203-866A9FB9DC73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146B85-2AB0-2D81-5549-AB4117E20D72}"/>
              </a:ext>
            </a:extLst>
          </p:cNvPr>
          <p:cNvSpPr txBox="1"/>
          <p:nvPr/>
        </p:nvSpPr>
        <p:spPr>
          <a:xfrm>
            <a:off x="2688670" y="903761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 Identicadores de los Usuarios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443676-192F-581C-3652-FD9B9E21E8BF}"/>
              </a:ext>
            </a:extLst>
          </p:cNvPr>
          <p:cNvSpPr txBox="1"/>
          <p:nvPr/>
        </p:nvSpPr>
        <p:spPr>
          <a:xfrm>
            <a:off x="518810" y="1488536"/>
            <a:ext cx="11196322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s-MX" dirty="0"/>
              <a:t>Identificación de Usuario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Propósito: Muestra el nombre de usuario efectivo del usuario actual.</a:t>
            </a:r>
          </a:p>
          <a:p>
            <a:pPr lvl="1" algn="just">
              <a:lnSpc>
                <a:spcPct val="150000"/>
              </a:lnSpc>
            </a:pPr>
            <a:r>
              <a:rPr lang="es-MX" dirty="0"/>
              <a:t>	</a:t>
            </a:r>
          </a:p>
          <a:p>
            <a:pPr lvl="1" algn="just">
              <a:lnSpc>
                <a:spcPct val="150000"/>
              </a:lnSpc>
            </a:pPr>
            <a:endParaRPr lang="es-MX" dirty="0"/>
          </a:p>
          <a:p>
            <a:pPr lvl="1" algn="just">
              <a:lnSpc>
                <a:spcPct val="150000"/>
              </a:lnSpc>
            </a:pPr>
            <a:endParaRPr lang="es-MX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Propósito: Muestra la información de identidad del usuario (UID, GID primario y grupos a los que pertenece).</a:t>
            </a:r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4B43AF-C543-0914-FAD7-E3707A100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82" y="2354767"/>
            <a:ext cx="5067337" cy="84773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FADD8A1-D3A3-DAC7-0FC4-7976C8AF4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582" y="4186246"/>
            <a:ext cx="9201217" cy="7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3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6387F5-0DDB-D00B-DAC5-4F7F2E30D6DE}"/>
              </a:ext>
            </a:extLst>
          </p:cNvPr>
          <p:cNvSpPr txBox="1"/>
          <p:nvPr/>
        </p:nvSpPr>
        <p:spPr>
          <a:xfrm>
            <a:off x="2498941" y="918292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Información Usuario y Grupos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35BC4E-7B8E-3B8E-DBAC-D3E065A1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068" y="1761103"/>
            <a:ext cx="9199661" cy="7011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5A9F1C0-DEC4-932E-16E2-EEB5C17B5840}"/>
              </a:ext>
            </a:extLst>
          </p:cNvPr>
          <p:cNvSpPr txBox="1"/>
          <p:nvPr/>
        </p:nvSpPr>
        <p:spPr>
          <a:xfrm>
            <a:off x="872010" y="2655984"/>
            <a:ext cx="10718464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Uid :Es el identificador único numérico que el </a:t>
            </a:r>
            <a:r>
              <a:rPr lang="es-MX" dirty="0" err="1"/>
              <a:t>kernel</a:t>
            </a:r>
            <a:r>
              <a:rPr lang="es-MX" dirty="0"/>
              <a:t> de Linux le asigna al usuario.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Gid :Es el identificador del grupo principal del </a:t>
            </a:r>
            <a:r>
              <a:rPr lang="es-MX" dirty="0" err="1"/>
              <a:t>usuario.En</a:t>
            </a:r>
            <a:r>
              <a:rPr lang="es-MX" dirty="0"/>
              <a:t> Linux, cada vez que se crea un usuario, el sistema crea automáticamente un grupo con su mismo nombre (mecanismo llamado </a:t>
            </a:r>
            <a:r>
              <a:rPr lang="es-MX" dirty="0" err="1"/>
              <a:t>User</a:t>
            </a:r>
            <a:r>
              <a:rPr lang="es-MX" dirty="0"/>
              <a:t> Private Group).</a:t>
            </a:r>
          </a:p>
        </p:txBody>
      </p:sp>
    </p:spTree>
    <p:extLst>
      <p:ext uri="{BB962C8B-B14F-4D97-AF65-F5344CB8AC3E}">
        <p14:creationId xmlns:p14="http://schemas.microsoft.com/office/powerpoint/2010/main" val="642095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9A11-3FA8-4740-F504-555FF99C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A3F2B441-0837-8FB5-D5CD-4EA4F27AA777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B6CB0B-2FE4-4843-6B22-C36CA962014D}"/>
              </a:ext>
            </a:extLst>
          </p:cNvPr>
          <p:cNvSpPr txBox="1"/>
          <p:nvPr/>
        </p:nvSpPr>
        <p:spPr>
          <a:xfrm>
            <a:off x="1735930" y="859066"/>
            <a:ext cx="7417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Información Usuario y  Grupos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204D18-D721-ED1A-5574-85463682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25" y="1521418"/>
            <a:ext cx="9199661" cy="7011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174C81C-971A-659C-8C18-AC80ACEA83BB}"/>
              </a:ext>
            </a:extLst>
          </p:cNvPr>
          <p:cNvSpPr txBox="1"/>
          <p:nvPr/>
        </p:nvSpPr>
        <p:spPr>
          <a:xfrm>
            <a:off x="902289" y="2238146"/>
            <a:ext cx="10718464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Groups :Muestra una lista de todos los otros grupos a los que pertenece este usuario. Estar en estos grupos le otorga permisos especiales en el servidor sin necesidad de ser el usuario "</a:t>
            </a:r>
            <a:r>
              <a:rPr lang="es-MX" dirty="0" err="1"/>
              <a:t>root</a:t>
            </a:r>
            <a:r>
              <a:rPr lang="es-MX" dirty="0"/>
              <a:t>":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1000(ec2-user): Reitera su grupo privado principal.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4(</a:t>
            </a:r>
            <a:r>
              <a:rPr lang="es-MX" dirty="0" err="1"/>
              <a:t>adm</a:t>
            </a:r>
            <a:r>
              <a:rPr lang="es-MX" dirty="0"/>
              <a:t>): Grupo de administración. Le permite al usuario leer los archivos de registros o logs del sistema (ubicados en /</a:t>
            </a:r>
            <a:r>
              <a:rPr lang="es-MX" dirty="0" err="1"/>
              <a:t>var</a:t>
            </a:r>
            <a:r>
              <a:rPr lang="es-MX" dirty="0"/>
              <a:t>/log) para tareas de diagnóstico.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10(</a:t>
            </a:r>
            <a:r>
              <a:rPr lang="es-MX" dirty="0" err="1"/>
              <a:t>wheel</a:t>
            </a:r>
            <a:r>
              <a:rPr lang="es-MX" dirty="0"/>
              <a:t>): Este es un grupo crítico en sistemas basados en Red </a:t>
            </a:r>
            <a:r>
              <a:rPr lang="es-MX" dirty="0" err="1"/>
              <a:t>Hat</a:t>
            </a:r>
            <a:r>
              <a:rPr lang="es-MX" dirty="0"/>
              <a:t> / Amazon Linux. Los usuarios que pertenecen a </a:t>
            </a:r>
            <a:r>
              <a:rPr lang="es-MX" dirty="0" err="1"/>
              <a:t>wheel</a:t>
            </a:r>
            <a:r>
              <a:rPr lang="es-MX" dirty="0"/>
              <a:t> están autorizados para ejecutar el comando sudo. Si no estuviera aquí, este usuario no podría ejecutar tareas como administrador.</a:t>
            </a:r>
          </a:p>
          <a:p>
            <a:pPr algn="just">
              <a:lnSpc>
                <a:spcPct val="150000"/>
              </a:lnSpc>
            </a:pPr>
            <a:r>
              <a:rPr lang="es-MX" dirty="0"/>
              <a:t>190(</a:t>
            </a:r>
            <a:r>
              <a:rPr lang="es-MX" dirty="0" err="1"/>
              <a:t>systemd-journal</a:t>
            </a:r>
            <a:r>
              <a:rPr lang="es-MX" dirty="0"/>
              <a:t>): Le otorga permisos para usar el comando </a:t>
            </a:r>
            <a:r>
              <a:rPr lang="es-MX" dirty="0" err="1"/>
              <a:t>journalctl</a:t>
            </a:r>
            <a:r>
              <a:rPr lang="es-MX" dirty="0"/>
              <a:t> y leer las bitácoras de los servicios gestionados por el sistema operativo de forma rápida.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2426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C8CD-26A3-AEEA-D4F3-5240D30F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>
            <a:extLst>
              <a:ext uri="{FF2B5EF4-FFF2-40B4-BE49-F238E27FC236}">
                <a16:creationId xmlns:a16="http://schemas.microsoft.com/office/drawing/2014/main" id="{2D12DD07-FB2D-05E0-C682-0B13900F3948}"/>
              </a:ext>
            </a:extLst>
          </p:cNvPr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ES" dirty="0">
              <a:solidFill>
                <a:schemeClr val="bg1">
                  <a:lumMod val="50000"/>
                </a:schemeClr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62E855-A2B0-F906-62EC-DC100BC2FCB3}"/>
              </a:ext>
            </a:extLst>
          </p:cNvPr>
          <p:cNvSpPr txBox="1"/>
          <p:nvPr/>
        </p:nvSpPr>
        <p:spPr>
          <a:xfrm>
            <a:off x="3043947" y="903761"/>
            <a:ext cx="610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 </a:t>
            </a:r>
            <a:r>
              <a:rPr lang="es-ES" sz="3200" b="1" dirty="0">
                <a:solidFill>
                  <a:srgbClr val="708CA1"/>
                </a:solidFill>
                <a:latin typeface="Arial"/>
              </a:rPr>
              <a:t>Gestión de los Usuarios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600653-BF6E-4482-EC80-004F7EE1FD4A}"/>
              </a:ext>
            </a:extLst>
          </p:cNvPr>
          <p:cNvSpPr txBox="1"/>
          <p:nvPr/>
        </p:nvSpPr>
        <p:spPr>
          <a:xfrm>
            <a:off x="742868" y="1443841"/>
            <a:ext cx="11196322" cy="4758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s-MX" dirty="0" err="1"/>
              <a:t>Passwd</a:t>
            </a: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/>
              <a:t>El sistema asumirá que deseas cambiar tu propia contraseña. Por seguridad, el proceso sigue estos pasos: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/>
              <a:t>Te pedirá tu contraseña actual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/>
              <a:t>Te pedirá la nueva contraseña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/>
              <a:t>Te pedirá confirmar la nueva contraseña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err="1"/>
              <a:t>Passwd</a:t>
            </a:r>
            <a:r>
              <a:rPr lang="es-CL" dirty="0"/>
              <a:t> usuario asigna una contraseña a un usuario nuevo</a:t>
            </a:r>
            <a:endParaRPr lang="es-MX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dirty="0"/>
          </a:p>
          <a:p>
            <a:pPr lvl="1" algn="just">
              <a:lnSpc>
                <a:spcPct val="150000"/>
              </a:lnSpc>
            </a:pP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AE2E20-1911-929F-161E-667607692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85" y="3026107"/>
            <a:ext cx="6115638" cy="14601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A38FB67-68B6-2DF9-255A-8D2C830EC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479" y="5012511"/>
            <a:ext cx="5865953" cy="156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94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6387F5-0DDB-D00B-DAC5-4F7F2E30D6DE}"/>
              </a:ext>
            </a:extLst>
          </p:cNvPr>
          <p:cNvSpPr txBox="1"/>
          <p:nvPr/>
        </p:nvSpPr>
        <p:spPr>
          <a:xfrm>
            <a:off x="1478863" y="885319"/>
            <a:ext cx="82632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3200" b="1" dirty="0">
                <a:solidFill>
                  <a:srgbClr val="708CA1"/>
                </a:solidFill>
                <a:latin typeface="Arial"/>
                <a:ea typeface="+mj-ea"/>
              </a:rPr>
              <a:t>Archivos importantes Usuario y Grupos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749C137-8540-F770-99EC-27238DD22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757335"/>
              </p:ext>
            </p:extLst>
          </p:nvPr>
        </p:nvGraphicFramePr>
        <p:xfrm>
          <a:off x="884794" y="2079307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176075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39113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dirty="0"/>
                        <a:t>Archivo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/>
                        <a:t>Propósito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59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dirty="0"/>
                        <a:t>/</a:t>
                      </a:r>
                      <a:r>
                        <a:rPr lang="es-CL" dirty="0" err="1"/>
                        <a:t>etc</a:t>
                      </a:r>
                      <a:r>
                        <a:rPr lang="es-CL" dirty="0"/>
                        <a:t>/ archivo </a:t>
                      </a:r>
                      <a:r>
                        <a:rPr lang="es-CL" dirty="0" err="1"/>
                        <a:t>passwd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Contiene información de los usuarios.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4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dirty="0"/>
                        <a:t>/</a:t>
                      </a:r>
                      <a:r>
                        <a:rPr lang="es-CL" dirty="0" err="1"/>
                        <a:t>etc</a:t>
                      </a:r>
                      <a:r>
                        <a:rPr lang="es-CL" dirty="0"/>
                        <a:t>/  archivo </a:t>
                      </a:r>
                      <a:r>
                        <a:rPr lang="es-CL" dirty="0" err="1"/>
                        <a:t>shadow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Contiene contraseñas encriptadas y políticas.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044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dirty="0"/>
                        <a:t>/</a:t>
                      </a:r>
                      <a:r>
                        <a:rPr lang="es-CL" dirty="0" err="1"/>
                        <a:t>etc</a:t>
                      </a:r>
                      <a:r>
                        <a:rPr lang="es-CL" dirty="0"/>
                        <a:t>/  archivo </a:t>
                      </a:r>
                      <a:r>
                        <a:rPr lang="es-CL" dirty="0" err="1"/>
                        <a:t>group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Define grupos del sistema.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678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dirty="0"/>
                        <a:t>/</a:t>
                      </a:r>
                      <a:r>
                        <a:rPr lang="es-CL" dirty="0" err="1"/>
                        <a:t>etc</a:t>
                      </a:r>
                      <a:r>
                        <a:rPr lang="es-CL" dirty="0"/>
                        <a:t>/ archivo </a:t>
                      </a:r>
                      <a:r>
                        <a:rPr lang="es-CL" dirty="0" err="1"/>
                        <a:t>gshadow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Contraseñas y control de acceso a grupos.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42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403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363BD4-413B-0F40-BF5E-9D106D90CA17}"/>
              </a:ext>
            </a:extLst>
          </p:cNvPr>
          <p:cNvSpPr txBox="1"/>
          <p:nvPr/>
        </p:nvSpPr>
        <p:spPr>
          <a:xfrm>
            <a:off x="1322094" y="989984"/>
            <a:ext cx="9353671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GB" altLang="es-CL" sz="3200" b="1" dirty="0">
                <a:solidFill>
                  <a:srgbClr val="708CA1"/>
                </a:solidFill>
                <a:latin typeface="Arial"/>
                <a:ea typeface="+mj-ea"/>
              </a:rPr>
              <a:t>Propiedades de </a:t>
            </a:r>
            <a:r>
              <a:rPr lang="en-GB" alt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Archivos</a:t>
            </a:r>
            <a:r>
              <a:rPr lang="en-GB" altLang="es-CL" sz="3200" b="1" dirty="0">
                <a:solidFill>
                  <a:srgbClr val="708CA1"/>
                </a:solidFill>
                <a:latin typeface="Arial"/>
                <a:ea typeface="+mj-ea"/>
              </a:rPr>
              <a:t> </a:t>
            </a:r>
            <a:r>
              <a:rPr lang="en-GB" altLang="es-CL" sz="3200" b="1" dirty="0" err="1">
                <a:solidFill>
                  <a:srgbClr val="708CA1"/>
                </a:solidFill>
                <a:latin typeface="Arial"/>
                <a:ea typeface="+mj-ea"/>
              </a:rPr>
              <a:t>regulares</a:t>
            </a:r>
            <a:r>
              <a:rPr lang="en-GB" altLang="es-CL" sz="3200" b="1" dirty="0">
                <a:solidFill>
                  <a:srgbClr val="708CA1"/>
                </a:solidFill>
                <a:latin typeface="Arial"/>
                <a:ea typeface="+mj-ea"/>
              </a:rPr>
              <a:t> y Permisos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BC96069C-8376-6868-3FCD-51AD520F42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0421061"/>
              </p:ext>
            </p:extLst>
          </p:nvPr>
        </p:nvGraphicFramePr>
        <p:xfrm>
          <a:off x="634606" y="1416514"/>
          <a:ext cx="5263576" cy="4402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9356913E-44D4-EFFF-EFF3-3B19BF59B7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88438"/>
              </p:ext>
            </p:extLst>
          </p:nvPr>
        </p:nvGraphicFramePr>
        <p:xfrm>
          <a:off x="6239343" y="2087110"/>
          <a:ext cx="5400979" cy="2871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79070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74B3B0D-295A-A8EE-E5EC-F67AC6BE4C14}"/>
              </a:ext>
            </a:extLst>
          </p:cNvPr>
          <p:cNvSpPr txBox="1"/>
          <p:nvPr/>
        </p:nvSpPr>
        <p:spPr>
          <a:xfrm>
            <a:off x="419343" y="873500"/>
            <a:ext cx="10867964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926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es-CL" sz="3200" b="1" dirty="0" err="1">
                <a:solidFill>
                  <a:srgbClr val="708CA1"/>
                </a:solidFill>
                <a:latin typeface="Arial" panose="020B0604020202020204" pitchFamily="34" charset="0"/>
              </a:rPr>
              <a:t>Permisos</a:t>
            </a:r>
            <a:r>
              <a:rPr lang="en-US" altLang="es-CL" sz="3200" b="1" dirty="0">
                <a:solidFill>
                  <a:srgbClr val="708CA1"/>
                </a:solidFill>
                <a:latin typeface="Arial" panose="020B0604020202020204" pitchFamily="34" charset="0"/>
              </a:rPr>
              <a:t> para </a:t>
            </a:r>
            <a:r>
              <a:rPr lang="en-US" altLang="es-CL" sz="3200" b="1" dirty="0" err="1">
                <a:solidFill>
                  <a:srgbClr val="708CA1"/>
                </a:solidFill>
                <a:latin typeface="Arial" panose="020B0604020202020204" pitchFamily="34" charset="0"/>
              </a:rPr>
              <a:t>Directorios</a:t>
            </a:r>
            <a:r>
              <a:rPr lang="en-US" altLang="es-CL" sz="3200" b="1" dirty="0">
                <a:solidFill>
                  <a:srgbClr val="708CA1"/>
                </a:solidFill>
                <a:latin typeface="Arial" panose="020B0604020202020204" pitchFamily="34" charset="0"/>
              </a:rPr>
              <a:t> y Archivos</a:t>
            </a:r>
            <a:endParaRPr kumimoji="0" lang="en-US" altLang="es-CL" sz="3200" b="1" i="0" u="none" strike="noStrike" kern="1200" cap="none" spc="0" normalizeH="0" baseline="0" noProof="0" dirty="0" err="1">
              <a:ln>
                <a:noFill/>
              </a:ln>
              <a:solidFill>
                <a:srgbClr val="708CA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F51775-3D85-875E-FED7-AAD5B01F589D}"/>
              </a:ext>
            </a:extLst>
          </p:cNvPr>
          <p:cNvSpPr txBox="1"/>
          <p:nvPr/>
        </p:nvSpPr>
        <p:spPr>
          <a:xfrm>
            <a:off x="873630" y="1610355"/>
            <a:ext cx="10623348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En Linux, la seguridad del sistema se basa en controlar quién puede acceder a los recursos y de qué manera. Para lograrlo, cada archivo y directorio cuenta con reglas de acceso específicas.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El sistema operativo organiza el control de acceso dividiendo a los usuarios en tres categorías: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Usuario Propietario (u - </a:t>
            </a:r>
            <a:r>
              <a:rPr lang="es-CL" dirty="0" err="1"/>
              <a:t>User</a:t>
            </a:r>
            <a:r>
              <a:rPr lang="es-CL" dirty="0"/>
              <a:t>/Owner): Por lo general, es la cuenta de usuario que creó el archivo originalmente. Tiene el control directo sobre él.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Grupo Propietario (g - Group): Un grupo de usuarios del sistema que comparte los mismos derechos de acceso sobre ese archivo. Ideal para el trabajo colaborativo.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Otros (o - </a:t>
            </a:r>
            <a:r>
              <a:rPr lang="es-CL" dirty="0" err="1"/>
              <a:t>Others</a:t>
            </a:r>
            <a:r>
              <a:rPr lang="es-CL" dirty="0"/>
              <a:t>): Representa a todos los demás usuarios del sistema que no son el dueño del archivo ni pertenecen al grupo propietario.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6251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497839" y="1443841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6387F5-0DDB-D00B-DAC5-4F7F2E30D6DE}"/>
              </a:ext>
            </a:extLst>
          </p:cNvPr>
          <p:cNvSpPr txBox="1"/>
          <p:nvPr/>
        </p:nvSpPr>
        <p:spPr>
          <a:xfrm>
            <a:off x="2513944" y="905232"/>
            <a:ext cx="8167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Archivos Y Permisos Método Numérico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0FF6CE-49C1-FD8E-B10F-24675FB72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269"/>
          <a:stretch/>
        </p:blipFill>
        <p:spPr>
          <a:xfrm>
            <a:off x="4171728" y="2028616"/>
            <a:ext cx="3469627" cy="34385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3A71712-C253-4CC5-A7BB-FFBA1E73B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356" y="2877431"/>
            <a:ext cx="4366868" cy="212556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B26F3A-03F5-3461-7746-CF567DB6F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23" y="2028616"/>
            <a:ext cx="4060876" cy="32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02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04278" y="1491426"/>
            <a:ext cx="11175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6387F5-0DDB-D00B-DAC5-4F7F2E30D6DE}"/>
              </a:ext>
            </a:extLst>
          </p:cNvPr>
          <p:cNvSpPr txBox="1"/>
          <p:nvPr/>
        </p:nvSpPr>
        <p:spPr>
          <a:xfrm>
            <a:off x="1956332" y="832645"/>
            <a:ext cx="8279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b="1" dirty="0">
                <a:solidFill>
                  <a:srgbClr val="708CA1"/>
                </a:solidFill>
                <a:latin typeface="Arial"/>
                <a:ea typeface="+mj-ea"/>
              </a:rPr>
              <a:t>Archivos Y Permisos Método Numérico</a:t>
            </a:r>
            <a:endParaRPr lang="es-CL" sz="3200" b="1" dirty="0">
              <a:solidFill>
                <a:srgbClr val="708CA1"/>
              </a:solidFill>
              <a:latin typeface="Arial"/>
              <a:ea typeface="+mj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798181-DF56-FAC6-9092-EDB455F90762}"/>
              </a:ext>
            </a:extLst>
          </p:cNvPr>
          <p:cNvSpPr txBox="1"/>
          <p:nvPr/>
        </p:nvSpPr>
        <p:spPr>
          <a:xfrm>
            <a:off x="689747" y="1567702"/>
            <a:ext cx="110044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Cada archivo o directorio tiene tres niveles de propiedad: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Usuario propietario (u).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Propietario del grupo (g).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Otros (o).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s-ES" dirty="0"/>
          </a:p>
          <a:p>
            <a:r>
              <a:rPr lang="es-ES" dirty="0"/>
              <a:t>A cada nivel de propiedad se le pueden asignar los siguientes permisos: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Leer (r).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Escribe (w).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" dirty="0"/>
              <a:t>Ejecutar (x).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s-CL" dirty="0"/>
          </a:p>
          <a:p>
            <a:pPr lvl="1"/>
            <a:endParaRPr lang="es-CL" dirty="0"/>
          </a:p>
          <a:p>
            <a:pPr lvl="1"/>
            <a:endParaRPr lang="es-CL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147CC6-362E-D7B3-B807-9B8B04576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951" y="1715713"/>
            <a:ext cx="3139322" cy="31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25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49EE13B-AB3B-4694-FC60-6D4B223DCB68}"/>
              </a:ext>
            </a:extLst>
          </p:cNvPr>
          <p:cNvSpPr txBox="1"/>
          <p:nvPr/>
        </p:nvSpPr>
        <p:spPr>
          <a:xfrm>
            <a:off x="2497128" y="926196"/>
            <a:ext cx="610085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926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es-CL" sz="3200" b="1" dirty="0">
                <a:solidFill>
                  <a:srgbClr val="708CA1"/>
                </a:solidFill>
                <a:latin typeface="Arial" panose="020B0604020202020204" pitchFamily="34" charset="0"/>
              </a:rPr>
              <a:t>Comando </a:t>
            </a:r>
            <a:r>
              <a:rPr kumimoji="0" lang="en-US" altLang="es-CL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chmod</a:t>
            </a:r>
            <a:r>
              <a:rPr kumimoji="0" lang="en-US" altLang="es-CL" sz="32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A4A424-8556-3F6F-0FF9-43AC832A76AE}"/>
              </a:ext>
            </a:extLst>
          </p:cNvPr>
          <p:cNvSpPr txBox="1"/>
          <p:nvPr/>
        </p:nvSpPr>
        <p:spPr>
          <a:xfrm>
            <a:off x="937696" y="1655146"/>
            <a:ext cx="10035103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 err="1"/>
              <a:t>chmod</a:t>
            </a:r>
            <a:r>
              <a:rPr lang="es-CL" dirty="0"/>
              <a:t> es el comando nativo de la terminal diseñado para cambiar los permisos de un archivo o directorio.</a:t>
            </a:r>
          </a:p>
          <a:p>
            <a:r>
              <a:rPr lang="es-CL" dirty="0"/>
              <a:t>Su nombre proviene directamente de la abreviación de la acción en inglés: Change </a:t>
            </a:r>
            <a:r>
              <a:rPr lang="es-CL" dirty="0" err="1"/>
              <a:t>mode</a:t>
            </a:r>
            <a:r>
              <a:rPr lang="es-CL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dirty="0"/>
              <a:t>Por defecto: El archivo está configurado para que solo su propietario pueda modificarlo (permiso de escritura w), pero permite que cualquier otro usuario del sistema pueda leerlo (permiso de lectura r).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050949-768E-B774-71C5-9555CD58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06" y="3559931"/>
            <a:ext cx="6478050" cy="26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56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877ECCD-C963-23F9-D721-C3AAE488C2E9}"/>
              </a:ext>
            </a:extLst>
          </p:cNvPr>
          <p:cNvSpPr txBox="1"/>
          <p:nvPr/>
        </p:nvSpPr>
        <p:spPr>
          <a:xfrm>
            <a:off x="733850" y="1019384"/>
            <a:ext cx="1099609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4926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altLang="es-CL" sz="2400" b="1" i="0" u="none" strike="noStrike" kern="1200" cap="none" spc="0" normalizeH="0" baseline="0" noProof="0" dirty="0">
                <a:ln>
                  <a:noFill/>
                </a:ln>
                <a:solidFill>
                  <a:srgbClr val="708CA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Actividad Práctica: Gestión de Usuarios, Archivos y Permisos en Linux</a:t>
            </a:r>
            <a:endParaRPr kumimoji="0" lang="en-US" altLang="es-CL" sz="2400" b="1" i="0" u="none" strike="noStrike" kern="1200" cap="none" spc="0" normalizeH="0" baseline="0" noProof="0" dirty="0">
              <a:ln>
                <a:noFill/>
              </a:ln>
              <a:solidFill>
                <a:srgbClr val="708CA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677F22-3A38-F47A-D93C-2187A8A7AD16}"/>
              </a:ext>
            </a:extLst>
          </p:cNvPr>
          <p:cNvSpPr txBox="1"/>
          <p:nvPr/>
        </p:nvSpPr>
        <p:spPr>
          <a:xfrm>
            <a:off x="1007586" y="1622119"/>
            <a:ext cx="578682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Crea un usuario llamado </a:t>
            </a:r>
            <a:r>
              <a:rPr lang="es-MX" dirty="0" err="1"/>
              <a:t>usuariotest</a:t>
            </a:r>
            <a:r>
              <a:rPr lang="es-MX" dirty="0"/>
              <a:t> con su directorio personal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Asignar una contraseña al usuario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Inicia sesión como </a:t>
            </a:r>
            <a:r>
              <a:rPr lang="es-MX" dirty="0" err="1"/>
              <a:t>usuariotest</a:t>
            </a:r>
            <a:endParaRPr lang="es-MX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Crea un archivo de texto llamado prueba.txt y escribe algo dentro usando nano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Visualiza las primeras líneas del archivo creado con comando head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Verifica los permisos del archivo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dirty="0"/>
              <a:t>Cambia los permisos del archivo para que </a:t>
            </a:r>
            <a:r>
              <a:rPr lang="es-MX"/>
              <a:t>r-</a:t>
            </a:r>
            <a:r>
              <a:rPr lang="es-MX" err="1"/>
              <a:t>xr</a:t>
            </a:r>
            <a:r>
              <a:rPr lang="es-MX"/>
              <a:t>-x---</a:t>
            </a:r>
            <a:endParaRPr lang="es-MX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947DEA-0CC0-554A-58A5-B5342484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985" y="1444116"/>
            <a:ext cx="4745074" cy="486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14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088" y="0"/>
            <a:ext cx="2155825" cy="1022350"/>
          </a:xfrm>
          <a:prstGeom prst="rect">
            <a:avLst/>
          </a:prstGeom>
        </p:spPr>
      </p:pic>
      <p:pic>
        <p:nvPicPr>
          <p:cNvPr id="11" name="Imagen 10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333" y="5319350"/>
            <a:ext cx="7430135" cy="1374775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55" y="5319350"/>
            <a:ext cx="7430135" cy="1374775"/>
          </a:xfrm>
          <a:prstGeom prst="rect">
            <a:avLst/>
          </a:prstGeom>
        </p:spPr>
      </p:pic>
      <p:sp>
        <p:nvSpPr>
          <p:cNvPr id="2" name="CuadroTexto 6">
            <a:extLst>
              <a:ext uri="{FF2B5EF4-FFF2-40B4-BE49-F238E27FC236}">
                <a16:creationId xmlns:a16="http://schemas.microsoft.com/office/drawing/2014/main" id="{D04C23A2-AC14-F654-8D27-ECBB5A516099}"/>
              </a:ext>
            </a:extLst>
          </p:cNvPr>
          <p:cNvSpPr txBox="1"/>
          <p:nvPr/>
        </p:nvSpPr>
        <p:spPr>
          <a:xfrm>
            <a:off x="168955" y="5309130"/>
            <a:ext cx="80737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bg1"/>
                </a:solidFill>
                <a:latin typeface="Myriad pro" panose="020B0503030403020204" pitchFamily="34" charset="0"/>
              </a:rPr>
              <a:t>Amazon Linux </a:t>
            </a:r>
          </a:p>
          <a:p>
            <a:r>
              <a:rPr lang="es-CL" sz="2000" dirty="0">
                <a:solidFill>
                  <a:schemeClr val="bg1"/>
                </a:solidFill>
                <a:latin typeface="Myriad pro" panose="020B0503030403020204" pitchFamily="34" charset="0"/>
              </a:rPr>
              <a:t>Unidad 3: Sistemas operativos de red Linux. </a:t>
            </a:r>
          </a:p>
        </p:txBody>
      </p:sp>
    </p:spTree>
    <p:extLst>
      <p:ext uri="{BB962C8B-B14F-4D97-AF65-F5344CB8AC3E}">
        <p14:creationId xmlns:p14="http://schemas.microsoft.com/office/powerpoint/2010/main" val="35065279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9&quot;/&gt;&lt;/object&gt;&lt;object type=&quot;3&quot; unique_id=&quot;10004&quot;&gt;&lt;property id=&quot;20148&quot; value=&quot;5&quot;/&gt;&lt;property id=&quot;20300&quot; value=&quot;Slide 2 - &amp;quot;Imagen del área: &amp;quot;&quot;/&gt;&lt;property id=&quot;20307&quot; value=&quot;256&quot;/&gt;&lt;/object&gt;&lt;object type=&quot;3&quot; unique_id=&quot;10005&quot;&gt;&lt;property id=&quot;20148&quot; value=&quot;5&quot;/&gt;&lt;property id=&quot;20300&quot; value=&quot;Slide 3&quot;/&gt;&lt;property id=&quot;20307&quot; value=&quot;257&quot;/&gt;&lt;/object&gt;&lt;object type=&quot;3&quot; unique_id=&quot;10037&quot;&gt;&lt;property id=&quot;20148&quot; value=&quot;5&quot;/&gt;&lt;property id=&quot;20300&quot; value=&quot;Slide 4&quot;/&gt;&lt;property id=&quot;20307&quot; value=&quot;272&quot;/&gt;&lt;/object&gt;&lt;object type=&quot;3&quot; unique_id=&quot;10038&quot;&gt;&lt;property id=&quot;20148&quot; value=&quot;5&quot;/&gt;&lt;property id=&quot;20300&quot; value=&quot;Slide 5&quot;/&gt;&lt;property id=&quot;20307&quot; value=&quot;273&quot;/&gt;&lt;/object&gt;&lt;object type=&quot;3&quot; unique_id=&quot;10040&quot;&gt;&lt;property id=&quot;20148&quot; value=&quot;5&quot;/&gt;&lt;property id=&quot;20300&quot; value=&quot;Slide 6&quot;/&gt;&lt;property id=&quot;20307&quot; value=&quot;275&quot;/&gt;&lt;/object&gt;&lt;object type=&quot;3&quot; unique_id=&quot;10041&quot;&gt;&lt;property id=&quot;20148&quot; value=&quot;5&quot;/&gt;&lt;property id=&quot;20300&quot; value=&quot;Slide 7&quot;/&gt;&lt;property id=&quot;20307&quot; value=&quot;276&quot;/&gt;&lt;/object&gt;&lt;object type=&quot;3&quot; unique_id=&quot;10042&quot;&gt;&lt;property id=&quot;20148&quot; value=&quot;5&quot;/&gt;&lt;property id=&quot;20300&quot; value=&quot;Slide 8&quot;/&gt;&lt;property id=&quot;20307&quot; value=&quot;277&quot;/&gt;&lt;/object&gt;&lt;object type=&quot;3&quot; unique_id=&quot;10043&quot;&gt;&lt;property id=&quot;20148&quot; value=&quot;5&quot;/&gt;&lt;property id=&quot;20300&quot; value=&quot;Slide 9&quot;/&gt;&lt;property id=&quot;20307&quot; value=&quot;278&quot;/&gt;&lt;/object&gt;&lt;/object&gt;&lt;object type=&quot;8&quot; unique_id=&quot;10036&quot;&gt;&lt;/object&gt;&lt;/object&gt;&lt;/database&gt;"/>
  <p:tag name="ISPRING_RESOURCE_PATHS_HASH_2" val="1933ecc77434f7b503cf04551c7c48f9251615c"/>
  <p:tag name="SECTOMILLISECCONVERTED" val="1"/>
</p:tagLst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96708DD91543546AD12204098C89772" ma:contentTypeVersion="6" ma:contentTypeDescription="Crear nuevo documento." ma:contentTypeScope="" ma:versionID="d089fe28a85e2dabd80ff7e3a4bd6295">
  <xsd:schema xmlns:xsd="http://www.w3.org/2001/XMLSchema" xmlns:xs="http://www.w3.org/2001/XMLSchema" xmlns:p="http://schemas.microsoft.com/office/2006/metadata/properties" xmlns:ns2="a150fe00-1c53-46dc-80fb-b2dbdb01b085" targetNamespace="http://schemas.microsoft.com/office/2006/metadata/properties" ma:root="true" ma:fieldsID="a84bb8936301433f857d1fe2e5f94ee9" ns2:_="">
    <xsd:import namespace="a150fe00-1c53-46dc-80fb-b2dbdb01b085"/>
    <xsd:element name="properties">
      <xsd:complexType>
        <xsd:sequence>
          <xsd:element name="documentManagement">
            <xsd:complexType>
              <xsd:all>
                <xsd:element ref="ns2:Estado" minOccurs="0"/>
                <xsd:element ref="ns2:Asignado_x0020_a" minOccurs="0"/>
                <xsd:element ref="ns2:Fecha_x0020_de_x0020_Vencimi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0fe00-1c53-46dc-80fb-b2dbdb01b085" elementFormDefault="qualified">
    <xsd:import namespace="http://schemas.microsoft.com/office/2006/documentManagement/types"/>
    <xsd:import namespace="http://schemas.microsoft.com/office/infopath/2007/PartnerControls"/>
    <xsd:element name="Estado" ma:index="8" nillable="true" ma:displayName="Estado" ma:default="En Desarrollo" ma:format="Dropdown" ma:internalName="Estado">
      <xsd:simpleType>
        <xsd:restriction base="dms:Choice">
          <xsd:enumeration value="En Desarrollo"/>
          <xsd:enumeration value="En Edición"/>
          <xsd:enumeration value="Edición OK"/>
          <xsd:enumeration value="En Diseño Gráfico"/>
          <xsd:enumeration value="Diseño Gráfico OK"/>
          <xsd:enumeration value="Finalizado"/>
        </xsd:restriction>
      </xsd:simpleType>
    </xsd:element>
    <xsd:element name="Asignado_x0020_a" ma:index="9" nillable="true" ma:displayName="Asignado a" ma:list="UserInfo" ma:SharePointGroup="0" ma:internalName="Asignado_x0020_a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echa_x0020_de_x0020_Vencimiento" ma:index="10" nillable="true" ma:displayName="Fecha de Vencimiento" ma:format="DateOnly" ma:internalName="Fecha_x0020_de_x0020_Vencimiento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stado xmlns="a150fe00-1c53-46dc-80fb-b2dbdb01b085">Diseño Gráfico OK</Estado>
    <Fecha_x0020_de_x0020_Vencimiento xmlns="a150fe00-1c53-46dc-80fb-b2dbdb01b085" xsi:nil="true"/>
    <Asignado_x0020_a xmlns="a150fe00-1c53-46dc-80fb-b2dbdb01b085">
      <UserInfo>
        <DisplayName/>
        <AccountId xsi:nil="true"/>
        <AccountType/>
      </UserInfo>
    </Asignado_x0020_a>
  </documentManagement>
</p:properties>
</file>

<file path=customXml/itemProps1.xml><?xml version="1.0" encoding="utf-8"?>
<ds:datastoreItem xmlns:ds="http://schemas.openxmlformats.org/officeDocument/2006/customXml" ds:itemID="{89C555BA-E16C-4AAE-BDD1-D364A5C947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464AF9-A876-4BE5-BB54-101C5E65BE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50fe00-1c53-46dc-80fb-b2dbdb01b0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D0E20C-8FC3-42E9-871D-10AE7F3AB1A3}">
  <ds:schemaRefs>
    <ds:schemaRef ds:uri="a150fe00-1c53-46dc-80fb-b2dbdb01b085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12819</TotalTime>
  <Words>1520</Words>
  <Application>Microsoft Office PowerPoint</Application>
  <PresentationFormat>Panorámica</PresentationFormat>
  <Paragraphs>190</Paragraphs>
  <Slides>25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Myriad pro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Portada</dc:title>
  <dc:creator>Paula Cruzat Castillo</dc:creator>
  <cp:lastModifiedBy>Cristina Caro</cp:lastModifiedBy>
  <cp:revision>335</cp:revision>
  <dcterms:created xsi:type="dcterms:W3CDTF">2014-11-27T14:42:24Z</dcterms:created>
  <dcterms:modified xsi:type="dcterms:W3CDTF">2026-06-05T18:47:23Z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0x010100696708DD91543546AD12204098C89772</vt:lpwstr>
  </property>
</Properties>
</file>